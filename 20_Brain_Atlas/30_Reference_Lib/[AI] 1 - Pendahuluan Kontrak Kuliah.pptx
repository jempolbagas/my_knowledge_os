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1"/>
    <p:sldMasterId id="2147483704" r:id="rId2"/>
    <p:sldMasterId id="2147483759" r:id="rId3"/>
    <p:sldMasterId id="2147483784" r:id="rId4"/>
    <p:sldMasterId id="2147483852" r:id="rId5"/>
  </p:sldMasterIdLst>
  <p:sldIdLst>
    <p:sldId id="257" r:id="rId6"/>
    <p:sldId id="327" r:id="rId7"/>
    <p:sldId id="263" r:id="rId8"/>
    <p:sldId id="316" r:id="rId9"/>
    <p:sldId id="331" r:id="rId10"/>
    <p:sldId id="335" r:id="rId11"/>
    <p:sldId id="319" r:id="rId12"/>
    <p:sldId id="333" r:id="rId13"/>
    <p:sldId id="321" r:id="rId14"/>
    <p:sldId id="337" r:id="rId15"/>
    <p:sldId id="325" r:id="rId16"/>
    <p:sldId id="336" r:id="rId17"/>
    <p:sldId id="278" r:id="rId18"/>
    <p:sldId id="326" r:id="rId19"/>
    <p:sldId id="329" r:id="rId20"/>
    <p:sldId id="296" r:id="rId21"/>
    <p:sldId id="31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CF656A-CFAF-4D58-BC4E-C233AB5A4872}" v="6" dt="2025-02-19T02:23:18.6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37" autoAdjust="0"/>
    <p:restoredTop sz="94678" autoAdjust="0"/>
  </p:normalViewPr>
  <p:slideViewPr>
    <p:cSldViewPr snapToGrid="0" showGuides="1">
      <p:cViewPr varScale="1">
        <p:scale>
          <a:sx n="75" d="100"/>
          <a:sy n="75" d="100"/>
        </p:scale>
        <p:origin x="72" y="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harto" userId="26dbef6a-cfea-4e24-8e0c-5099cdaa68f0" providerId="ADAL" clId="{6BCF656A-CFAF-4D58-BC4E-C233AB5A4872}"/>
    <pc:docChg chg="custSel addSld delSld modSld sldOrd delMainMaster">
      <pc:chgData name="wiharto" userId="26dbef6a-cfea-4e24-8e0c-5099cdaa68f0" providerId="ADAL" clId="{6BCF656A-CFAF-4D58-BC4E-C233AB5A4872}" dt="2025-02-21T01:06:54.911" v="392"/>
      <pc:docMkLst>
        <pc:docMk/>
      </pc:docMkLst>
      <pc:sldChg chg="ord">
        <pc:chgData name="wiharto" userId="26dbef6a-cfea-4e24-8e0c-5099cdaa68f0" providerId="ADAL" clId="{6BCF656A-CFAF-4D58-BC4E-C233AB5A4872}" dt="2025-02-19T02:25:42.765" v="390"/>
        <pc:sldMkLst>
          <pc:docMk/>
          <pc:sldMk cId="1805836419" sldId="257"/>
        </pc:sldMkLst>
      </pc:sldChg>
      <pc:sldChg chg="modSp mod">
        <pc:chgData name="wiharto" userId="26dbef6a-cfea-4e24-8e0c-5099cdaa68f0" providerId="ADAL" clId="{6BCF656A-CFAF-4D58-BC4E-C233AB5A4872}" dt="2025-02-17T14:04:25.438" v="3" actId="20577"/>
        <pc:sldMkLst>
          <pc:docMk/>
          <pc:sldMk cId="3342454821" sldId="296"/>
        </pc:sldMkLst>
        <pc:spChg chg="mod">
          <ac:chgData name="wiharto" userId="26dbef6a-cfea-4e24-8e0c-5099cdaa68f0" providerId="ADAL" clId="{6BCF656A-CFAF-4D58-BC4E-C233AB5A4872}" dt="2025-02-17T14:04:25.438" v="3" actId="20577"/>
          <ac:spMkLst>
            <pc:docMk/>
            <pc:sldMk cId="3342454821" sldId="296"/>
            <ac:spMk id="25" creationId="{0D8235DE-FA69-4FDA-A205-E919FC79EDB9}"/>
          </ac:spMkLst>
        </pc:spChg>
      </pc:sldChg>
      <pc:sldChg chg="modSp mod">
        <pc:chgData name="wiharto" userId="26dbef6a-cfea-4e24-8e0c-5099cdaa68f0" providerId="ADAL" clId="{6BCF656A-CFAF-4D58-BC4E-C233AB5A4872}" dt="2025-02-19T02:09:57.097" v="278" actId="20577"/>
        <pc:sldMkLst>
          <pc:docMk/>
          <pc:sldMk cId="455289371" sldId="316"/>
        </pc:sldMkLst>
        <pc:spChg chg="mod">
          <ac:chgData name="wiharto" userId="26dbef6a-cfea-4e24-8e0c-5099cdaa68f0" providerId="ADAL" clId="{6BCF656A-CFAF-4D58-BC4E-C233AB5A4872}" dt="2025-02-19T02:09:57.097" v="278" actId="20577"/>
          <ac:spMkLst>
            <pc:docMk/>
            <pc:sldMk cId="455289371" sldId="316"/>
            <ac:spMk id="2" creationId="{A77CF3D1-93AC-4AC8-B7A8-51234E963A19}"/>
          </ac:spMkLst>
        </pc:spChg>
      </pc:sldChg>
      <pc:sldChg chg="addSp modSp mod">
        <pc:chgData name="wiharto" userId="26dbef6a-cfea-4e24-8e0c-5099cdaa68f0" providerId="ADAL" clId="{6BCF656A-CFAF-4D58-BC4E-C233AB5A4872}" dt="2025-02-17T14:30:48.019" v="149" actId="1076"/>
        <pc:sldMkLst>
          <pc:docMk/>
          <pc:sldMk cId="1060427095" sldId="319"/>
        </pc:sldMkLst>
        <pc:spChg chg="mod">
          <ac:chgData name="wiharto" userId="26dbef6a-cfea-4e24-8e0c-5099cdaa68f0" providerId="ADAL" clId="{6BCF656A-CFAF-4D58-BC4E-C233AB5A4872}" dt="2025-02-17T14:30:44.812" v="147" actId="1076"/>
          <ac:spMkLst>
            <pc:docMk/>
            <pc:sldMk cId="1060427095" sldId="319"/>
            <ac:spMk id="2" creationId="{A77CF3D1-93AC-4AC8-B7A8-51234E963A19}"/>
          </ac:spMkLst>
        </pc:spChg>
        <pc:spChg chg="mod">
          <ac:chgData name="wiharto" userId="26dbef6a-cfea-4e24-8e0c-5099cdaa68f0" providerId="ADAL" clId="{6BCF656A-CFAF-4D58-BC4E-C233AB5A4872}" dt="2025-02-17T14:17:08.641" v="53" actId="20577"/>
          <ac:spMkLst>
            <pc:docMk/>
            <pc:sldMk cId="1060427095" sldId="319"/>
            <ac:spMk id="9" creationId="{16A3C6EF-D3C7-4F09-A55B-AD26C2D7FB81}"/>
          </ac:spMkLst>
        </pc:spChg>
        <pc:picChg chg="add mod">
          <ac:chgData name="wiharto" userId="26dbef6a-cfea-4e24-8e0c-5099cdaa68f0" providerId="ADAL" clId="{6BCF656A-CFAF-4D58-BC4E-C233AB5A4872}" dt="2025-02-17T14:30:48.019" v="149" actId="1076"/>
          <ac:picMkLst>
            <pc:docMk/>
            <pc:sldMk cId="1060427095" sldId="319"/>
            <ac:picMk id="4" creationId="{BD12F025-4AB7-BAFC-D8B0-FD7359F3D3FE}"/>
          </ac:picMkLst>
        </pc:picChg>
      </pc:sldChg>
      <pc:sldChg chg="modSp mod">
        <pc:chgData name="wiharto" userId="26dbef6a-cfea-4e24-8e0c-5099cdaa68f0" providerId="ADAL" clId="{6BCF656A-CFAF-4D58-BC4E-C233AB5A4872}" dt="2025-02-17T14:32:07.920" v="152" actId="6549"/>
        <pc:sldMkLst>
          <pc:docMk/>
          <pc:sldMk cId="3681300539" sldId="321"/>
        </pc:sldMkLst>
        <pc:spChg chg="mod">
          <ac:chgData name="wiharto" userId="26dbef6a-cfea-4e24-8e0c-5099cdaa68f0" providerId="ADAL" clId="{6BCF656A-CFAF-4D58-BC4E-C233AB5A4872}" dt="2025-02-17T14:32:07.920" v="152" actId="6549"/>
          <ac:spMkLst>
            <pc:docMk/>
            <pc:sldMk cId="3681300539" sldId="321"/>
            <ac:spMk id="2" creationId="{A77CF3D1-93AC-4AC8-B7A8-51234E963A19}"/>
          </ac:spMkLst>
        </pc:spChg>
      </pc:sldChg>
      <pc:sldChg chg="modSp mod">
        <pc:chgData name="wiharto" userId="26dbef6a-cfea-4e24-8e0c-5099cdaa68f0" providerId="ADAL" clId="{6BCF656A-CFAF-4D58-BC4E-C233AB5A4872}" dt="2025-02-17T14:36:17.225" v="234" actId="1076"/>
        <pc:sldMkLst>
          <pc:docMk/>
          <pc:sldMk cId="3523322269" sldId="325"/>
        </pc:sldMkLst>
        <pc:spChg chg="mod">
          <ac:chgData name="wiharto" userId="26dbef6a-cfea-4e24-8e0c-5099cdaa68f0" providerId="ADAL" clId="{6BCF656A-CFAF-4D58-BC4E-C233AB5A4872}" dt="2025-02-17T14:36:17.225" v="234" actId="1076"/>
          <ac:spMkLst>
            <pc:docMk/>
            <pc:sldMk cId="3523322269" sldId="325"/>
            <ac:spMk id="2" creationId="{A77CF3D1-93AC-4AC8-B7A8-51234E963A19}"/>
          </ac:spMkLst>
        </pc:spChg>
      </pc:sldChg>
      <pc:sldChg chg="modSp mod">
        <pc:chgData name="wiharto" userId="26dbef6a-cfea-4e24-8e0c-5099cdaa68f0" providerId="ADAL" clId="{6BCF656A-CFAF-4D58-BC4E-C233AB5A4872}" dt="2025-02-17T14:36:50.915" v="241" actId="207"/>
        <pc:sldMkLst>
          <pc:docMk/>
          <pc:sldMk cId="625322541" sldId="327"/>
        </pc:sldMkLst>
        <pc:spChg chg="mod">
          <ac:chgData name="wiharto" userId="26dbef6a-cfea-4e24-8e0c-5099cdaa68f0" providerId="ADAL" clId="{6BCF656A-CFAF-4D58-BC4E-C233AB5A4872}" dt="2025-02-17T14:36:50.915" v="241" actId="207"/>
          <ac:spMkLst>
            <pc:docMk/>
            <pc:sldMk cId="625322541" sldId="327"/>
            <ac:spMk id="2" creationId="{A77CF3D1-93AC-4AC8-B7A8-51234E963A19}"/>
          </ac:spMkLst>
        </pc:spChg>
      </pc:sldChg>
      <pc:sldChg chg="modSp new del mod">
        <pc:chgData name="wiharto" userId="26dbef6a-cfea-4e24-8e0c-5099cdaa68f0" providerId="ADAL" clId="{6BCF656A-CFAF-4D58-BC4E-C233AB5A4872}" dt="2025-02-17T14:16:55.988" v="35" actId="47"/>
        <pc:sldMkLst>
          <pc:docMk/>
          <pc:sldMk cId="1423443844" sldId="332"/>
        </pc:sldMkLst>
      </pc:sldChg>
      <pc:sldChg chg="add">
        <pc:chgData name="wiharto" userId="26dbef6a-cfea-4e24-8e0c-5099cdaa68f0" providerId="ADAL" clId="{6BCF656A-CFAF-4D58-BC4E-C233AB5A4872}" dt="2025-02-17T14:16:53.752" v="34"/>
        <pc:sldMkLst>
          <pc:docMk/>
          <pc:sldMk cId="3313911387" sldId="333"/>
        </pc:sldMkLst>
      </pc:sldChg>
      <pc:sldChg chg="new del">
        <pc:chgData name="wiharto" userId="26dbef6a-cfea-4e24-8e0c-5099cdaa68f0" providerId="ADAL" clId="{6BCF656A-CFAF-4D58-BC4E-C233AB5A4872}" dt="2025-02-19T02:10:14.396" v="281" actId="47"/>
        <pc:sldMkLst>
          <pc:docMk/>
          <pc:sldMk cId="552167038" sldId="334"/>
        </pc:sldMkLst>
      </pc:sldChg>
      <pc:sldChg chg="addSp delSp modSp add mod ord">
        <pc:chgData name="wiharto" userId="26dbef6a-cfea-4e24-8e0c-5099cdaa68f0" providerId="ADAL" clId="{6BCF656A-CFAF-4D58-BC4E-C233AB5A4872}" dt="2025-02-21T01:06:54.911" v="392"/>
        <pc:sldMkLst>
          <pc:docMk/>
          <pc:sldMk cId="3584628982" sldId="335"/>
        </pc:sldMkLst>
        <pc:spChg chg="mod">
          <ac:chgData name="wiharto" userId="26dbef6a-cfea-4e24-8e0c-5099cdaa68f0" providerId="ADAL" clId="{6BCF656A-CFAF-4D58-BC4E-C233AB5A4872}" dt="2025-02-19T02:13:51.453" v="342" actId="20577"/>
          <ac:spMkLst>
            <pc:docMk/>
            <pc:sldMk cId="3584628982" sldId="335"/>
            <ac:spMk id="9" creationId="{7B4630B0-A9B2-B92E-296B-F888A035022C}"/>
          </ac:spMkLst>
        </pc:spChg>
        <pc:picChg chg="add mod">
          <ac:chgData name="wiharto" userId="26dbef6a-cfea-4e24-8e0c-5099cdaa68f0" providerId="ADAL" clId="{6BCF656A-CFAF-4D58-BC4E-C233AB5A4872}" dt="2025-02-19T02:13:38.042" v="306" actId="1076"/>
          <ac:picMkLst>
            <pc:docMk/>
            <pc:sldMk cId="3584628982" sldId="335"/>
            <ac:picMk id="4" creationId="{94C664F8-FEB8-AAD8-640C-9ADE8726B4EF}"/>
          </ac:picMkLst>
        </pc:picChg>
      </pc:sldChg>
      <pc:sldChg chg="addSp modSp new mod">
        <pc:chgData name="wiharto" userId="26dbef6a-cfea-4e24-8e0c-5099cdaa68f0" providerId="ADAL" clId="{6BCF656A-CFAF-4D58-BC4E-C233AB5A4872}" dt="2025-02-19T02:16:13.330" v="360" actId="20577"/>
        <pc:sldMkLst>
          <pc:docMk/>
          <pc:sldMk cId="3871266216" sldId="336"/>
        </pc:sldMkLst>
        <pc:spChg chg="mod">
          <ac:chgData name="wiharto" userId="26dbef6a-cfea-4e24-8e0c-5099cdaa68f0" providerId="ADAL" clId="{6BCF656A-CFAF-4D58-BC4E-C233AB5A4872}" dt="2025-02-19T02:16:13.330" v="360" actId="20577"/>
          <ac:spMkLst>
            <pc:docMk/>
            <pc:sldMk cId="3871266216" sldId="336"/>
            <ac:spMk id="2" creationId="{897EFD42-7557-87FE-67E9-5B7888892E72}"/>
          </ac:spMkLst>
        </pc:spChg>
        <pc:picChg chg="add mod">
          <ac:chgData name="wiharto" userId="26dbef6a-cfea-4e24-8e0c-5099cdaa68f0" providerId="ADAL" clId="{6BCF656A-CFAF-4D58-BC4E-C233AB5A4872}" dt="2025-02-19T02:16:01.269" v="345" actId="1076"/>
          <ac:picMkLst>
            <pc:docMk/>
            <pc:sldMk cId="3871266216" sldId="336"/>
            <ac:picMk id="7" creationId="{55ACA914-9AA8-9513-0103-BB814B0C50F4}"/>
          </ac:picMkLst>
        </pc:picChg>
      </pc:sldChg>
      <pc:sldChg chg="addSp delSp modSp new mod">
        <pc:chgData name="wiharto" userId="26dbef6a-cfea-4e24-8e0c-5099cdaa68f0" providerId="ADAL" clId="{6BCF656A-CFAF-4D58-BC4E-C233AB5A4872}" dt="2025-02-19T02:23:45.960" v="388" actId="14100"/>
        <pc:sldMkLst>
          <pc:docMk/>
          <pc:sldMk cId="3975611092" sldId="337"/>
        </pc:sldMkLst>
        <pc:spChg chg="mod">
          <ac:chgData name="wiharto" userId="26dbef6a-cfea-4e24-8e0c-5099cdaa68f0" providerId="ADAL" clId="{6BCF656A-CFAF-4D58-BC4E-C233AB5A4872}" dt="2025-02-19T02:23:36.803" v="386" actId="20577"/>
          <ac:spMkLst>
            <pc:docMk/>
            <pc:sldMk cId="3975611092" sldId="337"/>
            <ac:spMk id="2" creationId="{D6B26AA7-5ED7-EA9A-61C5-6CB771F68792}"/>
          </ac:spMkLst>
        </pc:spChg>
        <pc:picChg chg="add mod">
          <ac:chgData name="wiharto" userId="26dbef6a-cfea-4e24-8e0c-5099cdaa68f0" providerId="ADAL" clId="{6BCF656A-CFAF-4D58-BC4E-C233AB5A4872}" dt="2025-02-19T02:23:45.960" v="388" actId="14100"/>
          <ac:picMkLst>
            <pc:docMk/>
            <pc:sldMk cId="3975611092" sldId="337"/>
            <ac:picMk id="6" creationId="{359D5D33-8DD7-06F9-8BB7-4AB1F0A13390}"/>
          </ac:picMkLst>
        </pc:picChg>
      </pc:sld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1908076933" sldId="2147483695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1908076933" sldId="2147483695"/>
            <pc:sldLayoutMk cId="2886174572" sldId="2147483702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1908076933" sldId="2147483695"/>
            <pc:sldLayoutMk cId="4107898329" sldId="2147483703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3825370130" sldId="2147483738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3825370130" sldId="2147483738"/>
            <pc:sldLayoutMk cId="4066197080" sldId="2147483739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3825370130" sldId="2147483738"/>
            <pc:sldLayoutMk cId="3253714588" sldId="2147483740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3825370130" sldId="2147483738"/>
            <pc:sldLayoutMk cId="1120910153" sldId="2147483741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353736855" sldId="2147483744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353736855" sldId="2147483744"/>
            <pc:sldLayoutMk cId="2564672356" sldId="2147483745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353736855" sldId="2147483744"/>
            <pc:sldLayoutMk cId="4003939662" sldId="2147483746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353736855" sldId="2147483744"/>
            <pc:sldLayoutMk cId="479434959" sldId="2147483755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353736855" sldId="2147483744"/>
            <pc:sldLayoutMk cId="2487106319" sldId="2147483756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1093382864" sldId="2147483747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1093382864" sldId="2147483747"/>
            <pc:sldLayoutMk cId="3581808794" sldId="2147483748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1093382864" sldId="2147483747"/>
            <pc:sldLayoutMk cId="1946764529" sldId="2147483749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1093382864" sldId="2147483747"/>
            <pc:sldLayoutMk cId="9152644" sldId="2147483750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1093382864" sldId="2147483747"/>
            <pc:sldLayoutMk cId="555835005" sldId="2147483751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3458550918" sldId="2147483762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3458550918" sldId="2147483762"/>
            <pc:sldLayoutMk cId="1344400591" sldId="2147483763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3458550918" sldId="2147483762"/>
            <pc:sldLayoutMk cId="3144193340" sldId="2147483764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3458550918" sldId="2147483762"/>
            <pc:sldLayoutMk cId="3230256126" sldId="2147483765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677847743" sldId="2147483766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677847743" sldId="2147483766"/>
            <pc:sldLayoutMk cId="1325820888" sldId="2147483767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677847743" sldId="2147483766"/>
            <pc:sldLayoutMk cId="2208421004" sldId="2147483768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1802023690" sldId="2147483769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1802023690" sldId="2147483769"/>
            <pc:sldLayoutMk cId="2190207764" sldId="2147483770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760392150" sldId="2147483771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760392150" sldId="2147483771"/>
            <pc:sldLayoutMk cId="4258693112" sldId="2147483772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760392150" sldId="2147483771"/>
            <pc:sldLayoutMk cId="2566236404" sldId="2147483773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406503940" sldId="2147483774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406503940" sldId="2147483774"/>
            <pc:sldLayoutMk cId="1179614641" sldId="2147483775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406503940" sldId="2147483774"/>
            <pc:sldLayoutMk cId="743610733" sldId="2147483776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925375401" sldId="2147483777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925375401" sldId="2147483777"/>
            <pc:sldLayoutMk cId="3001429036" sldId="2147483779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925375401" sldId="2147483777"/>
            <pc:sldLayoutMk cId="797172256" sldId="2147483783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1833476278" sldId="2147483786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1833476278" sldId="2147483786"/>
            <pc:sldLayoutMk cId="3600275786" sldId="2147483788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1833476278" sldId="2147483786"/>
            <pc:sldLayoutMk cId="1152948928" sldId="2147483789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1833476278" sldId="2147483786"/>
            <pc:sldLayoutMk cId="879545128" sldId="2147483835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1833476278" sldId="2147483786"/>
            <pc:sldLayoutMk cId="1787882291" sldId="2147483836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3021554213" sldId="2147483792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3021554213" sldId="2147483792"/>
            <pc:sldLayoutMk cId="1544961986" sldId="2147483793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3021554213" sldId="2147483792"/>
            <pc:sldLayoutMk cId="1562493348" sldId="2147483794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3524691361" sldId="2147483796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3524691361" sldId="2147483796"/>
            <pc:sldLayoutMk cId="4212022587" sldId="2147483797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4268120550" sldId="2147483802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4268120550" sldId="2147483802"/>
            <pc:sldLayoutMk cId="2385644144" sldId="2147483803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4268120550" sldId="2147483802"/>
            <pc:sldLayoutMk cId="1528217795" sldId="2147483804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4268120550" sldId="2147483802"/>
            <pc:sldLayoutMk cId="863832831" sldId="2147483805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3064275417" sldId="2147483806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3064275417" sldId="2147483806"/>
            <pc:sldLayoutMk cId="976967699" sldId="2147483807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3064275417" sldId="2147483806"/>
            <pc:sldLayoutMk cId="216431789" sldId="2147483808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746013328" sldId="2147483813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746013328" sldId="2147483813"/>
            <pc:sldLayoutMk cId="866678867" sldId="2147483814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746013328" sldId="2147483813"/>
            <pc:sldLayoutMk cId="269541993" sldId="2147483815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746013328" sldId="2147483813"/>
            <pc:sldLayoutMk cId="1470673458" sldId="2147483816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472841487" sldId="2147483818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472841487" sldId="2147483818"/>
            <pc:sldLayoutMk cId="3709470713" sldId="2147483819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472841487" sldId="2147483818"/>
            <pc:sldLayoutMk cId="1366207726" sldId="2147483820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472841487" sldId="2147483818"/>
            <pc:sldLayoutMk cId="238728267" sldId="2147483821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472841487" sldId="2147483818"/>
            <pc:sldLayoutMk cId="464341282" sldId="2147483822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472841487" sldId="2147483818"/>
            <pc:sldLayoutMk cId="1356575677" sldId="2147483823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472841487" sldId="2147483818"/>
            <pc:sldLayoutMk cId="2150723831" sldId="2147483824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3095208118" sldId="2147483825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3095208118" sldId="2147483825"/>
            <pc:sldLayoutMk cId="2061052672" sldId="2147483826"/>
          </pc:sldLayoutMkLst>
        </pc:sldLayoutChg>
      </pc:sldMasterChg>
      <pc:sldMasterChg chg="del delSldLayout">
        <pc:chgData name="wiharto" userId="26dbef6a-cfea-4e24-8e0c-5099cdaa68f0" providerId="ADAL" clId="{6BCF656A-CFAF-4D58-BC4E-C233AB5A4872}" dt="2025-02-17T14:04:29.356" v="4"/>
        <pc:sldMasterMkLst>
          <pc:docMk/>
          <pc:sldMasterMk cId="4046115080" sldId="2147483827"/>
        </pc:sldMasterMkLst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4046115080" sldId="2147483827"/>
            <pc:sldLayoutMk cId="686549359" sldId="2147483828"/>
          </pc:sldLayoutMkLst>
        </pc:sldLayoutChg>
        <pc:sldLayoutChg chg="del">
          <pc:chgData name="wiharto" userId="26dbef6a-cfea-4e24-8e0c-5099cdaa68f0" providerId="ADAL" clId="{6BCF656A-CFAF-4D58-BC4E-C233AB5A4872}" dt="2025-02-17T14:04:29.356" v="4"/>
          <pc:sldLayoutMkLst>
            <pc:docMk/>
            <pc:sldMasterMk cId="4046115080" sldId="2147483827"/>
            <pc:sldLayoutMk cId="2213057060" sldId="2147483829"/>
          </pc:sldLayoutMkLst>
        </pc:sldLayoutChg>
      </pc:sldMasterChg>
    </pc:docChg>
  </pc:docChgLst>
  <pc:docChgLst>
    <pc:chgData name="wiharto" userId="26dbef6a-cfea-4e24-8e0c-5099cdaa68f0" providerId="ADAL" clId="{228F1559-662A-49A1-AB37-B1C1C018B8C7}"/>
    <pc:docChg chg="undo custSel delSld modSld">
      <pc:chgData name="wiharto" userId="26dbef6a-cfea-4e24-8e0c-5099cdaa68f0" providerId="ADAL" clId="{228F1559-662A-49A1-AB37-B1C1C018B8C7}" dt="2024-08-25T21:18:56.745" v="81" actId="20577"/>
      <pc:docMkLst>
        <pc:docMk/>
      </pc:docMkLst>
      <pc:sldChg chg="modSp mod">
        <pc:chgData name="wiharto" userId="26dbef6a-cfea-4e24-8e0c-5099cdaa68f0" providerId="ADAL" clId="{228F1559-662A-49A1-AB37-B1C1C018B8C7}" dt="2024-08-25T21:15:46.947" v="53" actId="20577"/>
        <pc:sldMkLst>
          <pc:docMk/>
          <pc:sldMk cId="3552098814" sldId="263"/>
        </pc:sldMkLst>
      </pc:sldChg>
      <pc:sldChg chg="modSp mod">
        <pc:chgData name="wiharto" userId="26dbef6a-cfea-4e24-8e0c-5099cdaa68f0" providerId="ADAL" clId="{228F1559-662A-49A1-AB37-B1C1C018B8C7}" dt="2024-08-25T21:18:56.745" v="81" actId="20577"/>
        <pc:sldMkLst>
          <pc:docMk/>
          <pc:sldMk cId="3342454821" sldId="296"/>
        </pc:sldMkLst>
      </pc:sldChg>
      <pc:sldChg chg="del">
        <pc:chgData name="wiharto" userId="26dbef6a-cfea-4e24-8e0c-5099cdaa68f0" providerId="ADAL" clId="{228F1559-662A-49A1-AB37-B1C1C018B8C7}" dt="2024-08-25T21:16:43.812" v="61" actId="47"/>
        <pc:sldMkLst>
          <pc:docMk/>
          <pc:sldMk cId="2657879987" sldId="318"/>
        </pc:sldMkLst>
      </pc:sldChg>
      <pc:sldChg chg="modSp mod">
        <pc:chgData name="wiharto" userId="26dbef6a-cfea-4e24-8e0c-5099cdaa68f0" providerId="ADAL" clId="{228F1559-662A-49A1-AB37-B1C1C018B8C7}" dt="2024-08-25T21:17:14.617" v="69" actId="6549"/>
        <pc:sldMkLst>
          <pc:docMk/>
          <pc:sldMk cId="3681300539" sldId="321"/>
        </pc:sldMkLst>
      </pc:sldChg>
      <pc:sldChg chg="del">
        <pc:chgData name="wiharto" userId="26dbef6a-cfea-4e24-8e0c-5099cdaa68f0" providerId="ADAL" clId="{228F1559-662A-49A1-AB37-B1C1C018B8C7}" dt="2024-08-25T21:17:22.796" v="70" actId="47"/>
        <pc:sldMkLst>
          <pc:docMk/>
          <pc:sldMk cId="2707299925" sldId="323"/>
        </pc:sldMkLst>
      </pc:sldChg>
      <pc:sldChg chg="modSp mod">
        <pc:chgData name="wiharto" userId="26dbef6a-cfea-4e24-8e0c-5099cdaa68f0" providerId="ADAL" clId="{228F1559-662A-49A1-AB37-B1C1C018B8C7}" dt="2024-08-25T21:17:39.859" v="72" actId="1076"/>
        <pc:sldMkLst>
          <pc:docMk/>
          <pc:sldMk cId="3523322269" sldId="325"/>
        </pc:sldMkLst>
      </pc:sldChg>
      <pc:sldChg chg="modSp mod">
        <pc:chgData name="wiharto" userId="26dbef6a-cfea-4e24-8e0c-5099cdaa68f0" providerId="ADAL" clId="{228F1559-662A-49A1-AB37-B1C1C018B8C7}" dt="2024-08-25T21:16:05.439" v="60" actId="6549"/>
        <pc:sldMkLst>
          <pc:docMk/>
          <pc:sldMk cId="625322541" sldId="32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C3A1F12-699F-4966-A9E9-A8995FD98F6A}"/>
              </a:ext>
            </a:extLst>
          </p:cNvPr>
          <p:cNvSpPr/>
          <p:nvPr userDrawn="1"/>
        </p:nvSpPr>
        <p:spPr>
          <a:xfrm>
            <a:off x="-2" y="345440"/>
            <a:ext cx="12191999" cy="6512563"/>
          </a:xfrm>
          <a:custGeom>
            <a:avLst/>
            <a:gdLst>
              <a:gd name="connsiteX0" fmla="*/ 12191999 w 12191999"/>
              <a:gd name="connsiteY0" fmla="*/ 0 h 5824538"/>
              <a:gd name="connsiteX1" fmla="*/ 12191999 w 12191999"/>
              <a:gd name="connsiteY1" fmla="*/ 5824538 h 5824538"/>
              <a:gd name="connsiteX2" fmla="*/ 0 w 12191999"/>
              <a:gd name="connsiteY2" fmla="*/ 5824538 h 5824538"/>
              <a:gd name="connsiteX3" fmla="*/ 0 w 12191999"/>
              <a:gd name="connsiteY3" fmla="*/ 4749068 h 5824538"/>
              <a:gd name="connsiteX4" fmla="*/ 67945 w 12191999"/>
              <a:gd name="connsiteY4" fmla="*/ 4684288 h 5824538"/>
              <a:gd name="connsiteX5" fmla="*/ 12191999 w 12191999"/>
              <a:gd name="connsiteY5" fmla="*/ 0 h 5824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5824538">
                <a:moveTo>
                  <a:pt x="12191999" y="0"/>
                </a:moveTo>
                <a:lnTo>
                  <a:pt x="12191999" y="5824538"/>
                </a:lnTo>
                <a:lnTo>
                  <a:pt x="0" y="5824538"/>
                </a:lnTo>
                <a:lnTo>
                  <a:pt x="0" y="4749068"/>
                </a:lnTo>
                <a:lnTo>
                  <a:pt x="67945" y="4684288"/>
                </a:lnTo>
                <a:cubicBezTo>
                  <a:pt x="3270130" y="1773859"/>
                  <a:pt x="7523911" y="0"/>
                  <a:pt x="121919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F26689A0-AE2C-4ED9-8BA4-EBF9A0D6DF60}"/>
              </a:ext>
            </a:extLst>
          </p:cNvPr>
          <p:cNvSpPr/>
          <p:nvPr userDrawn="1"/>
        </p:nvSpPr>
        <p:spPr>
          <a:xfrm flipH="1">
            <a:off x="6941975" y="345440"/>
            <a:ext cx="5250021" cy="6512560"/>
          </a:xfrm>
          <a:prstGeom prst="rtTriangle">
            <a:avLst/>
          </a:prstGeom>
          <a:solidFill>
            <a:schemeClr val="tx1">
              <a:lumMod val="25000"/>
              <a:lumOff val="7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Picture Placeholder 22">
            <a:extLst>
              <a:ext uri="{FF2B5EF4-FFF2-40B4-BE49-F238E27FC236}">
                <a16:creationId xmlns:a16="http://schemas.microsoft.com/office/drawing/2014/main" id="{2D09C2C7-6820-4565-BFDA-A5E94EFDCA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01097"/>
            <a:ext cx="5456902" cy="5456903"/>
          </a:xfrm>
          <a:custGeom>
            <a:avLst/>
            <a:gdLst>
              <a:gd name="connsiteX0" fmla="*/ 0 w 3957637"/>
              <a:gd name="connsiteY0" fmla="*/ 0 h 3957638"/>
              <a:gd name="connsiteX1" fmla="*/ 203659 w 3957637"/>
              <a:gd name="connsiteY1" fmla="*/ 5150 h 3957638"/>
              <a:gd name="connsiteX2" fmla="*/ 3957637 w 3957637"/>
              <a:gd name="connsiteY2" fmla="*/ 3957638 h 3957638"/>
              <a:gd name="connsiteX3" fmla="*/ 0 w 3957637"/>
              <a:gd name="connsiteY3" fmla="*/ 3957638 h 3957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7637" h="3957638">
                <a:moveTo>
                  <a:pt x="0" y="0"/>
                </a:moveTo>
                <a:lnTo>
                  <a:pt x="203659" y="5150"/>
                </a:lnTo>
                <a:cubicBezTo>
                  <a:pt x="2294756" y="111148"/>
                  <a:pt x="3957637" y="1840200"/>
                  <a:pt x="3957637" y="3957638"/>
                </a:cubicBezTo>
                <a:lnTo>
                  <a:pt x="0" y="395763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ID" dirty="0"/>
          </a:p>
        </p:txBody>
      </p:sp>
      <p:sp>
        <p:nvSpPr>
          <p:cNvPr id="9" name="Text Placeholder 28">
            <a:extLst>
              <a:ext uri="{FF2B5EF4-FFF2-40B4-BE49-F238E27FC236}">
                <a16:creationId xmlns:a16="http://schemas.microsoft.com/office/drawing/2014/main" id="{8C770247-01D4-40B8-8D81-56A4F4D51A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1401099"/>
            <a:ext cx="5456903" cy="5456903"/>
          </a:xfrm>
          <a:custGeom>
            <a:avLst/>
            <a:gdLst>
              <a:gd name="connsiteX0" fmla="*/ 0 w 3957638"/>
              <a:gd name="connsiteY0" fmla="*/ 0 h 3957638"/>
              <a:gd name="connsiteX1" fmla="*/ 3957638 w 3957638"/>
              <a:gd name="connsiteY1" fmla="*/ 3957638 h 3957638"/>
              <a:gd name="connsiteX2" fmla="*/ 0 w 3957638"/>
              <a:gd name="connsiteY2" fmla="*/ 3957638 h 3957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57638" h="3957638">
                <a:moveTo>
                  <a:pt x="0" y="0"/>
                </a:moveTo>
                <a:cubicBezTo>
                  <a:pt x="2185743" y="0"/>
                  <a:pt x="3957638" y="1771895"/>
                  <a:pt x="3957638" y="3957638"/>
                </a:cubicBezTo>
                <a:lnTo>
                  <a:pt x="0" y="3957638"/>
                </a:lnTo>
                <a:close/>
              </a:path>
            </a:pathLst>
          </a:custGeom>
          <a:gradFill flip="none" rotWithShape="1">
            <a:gsLst>
              <a:gs pos="100000">
                <a:schemeClr val="tx1">
                  <a:lumMod val="95000"/>
                  <a:lumOff val="5000"/>
                </a:schemeClr>
              </a:gs>
              <a:gs pos="76000">
                <a:srgbClr val="0D0D0D">
                  <a:alpha val="91000"/>
                </a:srgbClr>
              </a:gs>
              <a:gs pos="0">
                <a:schemeClr val="tx1">
                  <a:lumMod val="95000"/>
                  <a:lumOff val="5000"/>
                  <a:alpha val="47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D" dirty="0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969A609-8BB7-4034-A29F-AA22986EBC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2" y="1401097"/>
            <a:ext cx="4592322" cy="5456905"/>
          </a:xfrm>
          <a:custGeom>
            <a:avLst/>
            <a:gdLst>
              <a:gd name="connsiteX0" fmla="*/ 0 w 2811440"/>
              <a:gd name="connsiteY0" fmla="*/ 0 h 2811439"/>
              <a:gd name="connsiteX1" fmla="*/ 1 w 2811440"/>
              <a:gd name="connsiteY1" fmla="*/ 0 h 2811439"/>
              <a:gd name="connsiteX2" fmla="*/ 2811440 w 2811440"/>
              <a:gd name="connsiteY2" fmla="*/ 2811439 h 2811439"/>
              <a:gd name="connsiteX3" fmla="*/ 0 w 2811440"/>
              <a:gd name="connsiteY3" fmla="*/ 2811439 h 2811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1440" h="2811439">
                <a:moveTo>
                  <a:pt x="0" y="0"/>
                </a:moveTo>
                <a:lnTo>
                  <a:pt x="1" y="0"/>
                </a:lnTo>
                <a:cubicBezTo>
                  <a:pt x="1552716" y="0"/>
                  <a:pt x="2811440" y="1258724"/>
                  <a:pt x="2811440" y="2811439"/>
                </a:cubicBezTo>
                <a:lnTo>
                  <a:pt x="0" y="2811439"/>
                </a:ln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bg2">
                  <a:alpha val="2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D" dirty="0"/>
          </a:p>
        </p:txBody>
      </p:sp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CBB34C25-9868-4035-825F-00E76F71F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61909" y="3429000"/>
            <a:ext cx="5467347" cy="1090612"/>
          </a:xfrm>
        </p:spPr>
        <p:txBody>
          <a:bodyPr anchor="b">
            <a:noAutofit/>
          </a:bodyPr>
          <a:lstStyle>
            <a:lvl1pPr marL="0" indent="0" algn="r">
              <a:buNone/>
              <a:defRPr sz="6000" b="1">
                <a:solidFill>
                  <a:srgbClr val="171717"/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Presentation</a:t>
            </a:r>
            <a:endParaRPr lang="en-ID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2B711A-53AE-4EF4-9037-A6C7FCDBB503}"/>
              </a:ext>
            </a:extLst>
          </p:cNvPr>
          <p:cNvCxnSpPr>
            <a:cxnSpLocks/>
          </p:cNvCxnSpPr>
          <p:nvPr userDrawn="1"/>
        </p:nvCxnSpPr>
        <p:spPr>
          <a:xfrm>
            <a:off x="9026006" y="4478972"/>
            <a:ext cx="2329180" cy="0"/>
          </a:xfrm>
          <a:prstGeom prst="line">
            <a:avLst/>
          </a:prstGeom>
          <a:ln w="76200" cap="rnd">
            <a:gradFill>
              <a:gsLst>
                <a:gs pos="0">
                  <a:schemeClr val="tx2"/>
                </a:gs>
                <a:gs pos="100000">
                  <a:schemeClr val="tx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476390-1C78-4679-925F-62ABE02E7551}"/>
              </a:ext>
            </a:extLst>
          </p:cNvPr>
          <p:cNvCxnSpPr>
            <a:cxnSpLocks/>
          </p:cNvCxnSpPr>
          <p:nvPr userDrawn="1"/>
        </p:nvCxnSpPr>
        <p:spPr>
          <a:xfrm>
            <a:off x="8436726" y="4478972"/>
            <a:ext cx="358856" cy="0"/>
          </a:xfrm>
          <a:prstGeom prst="line">
            <a:avLst/>
          </a:prstGeom>
          <a:ln w="76200" cap="rnd">
            <a:gradFill>
              <a:gsLst>
                <a:gs pos="0">
                  <a:schemeClr val="tx2"/>
                </a:gs>
                <a:gs pos="100000">
                  <a:schemeClr val="tx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96261D-85B1-466E-BD13-C8A10576B72E}"/>
              </a:ext>
            </a:extLst>
          </p:cNvPr>
          <p:cNvCxnSpPr>
            <a:cxnSpLocks/>
          </p:cNvCxnSpPr>
          <p:nvPr userDrawn="1"/>
        </p:nvCxnSpPr>
        <p:spPr>
          <a:xfrm>
            <a:off x="7827126" y="4478972"/>
            <a:ext cx="358856" cy="0"/>
          </a:xfrm>
          <a:prstGeom prst="line">
            <a:avLst/>
          </a:prstGeom>
          <a:ln w="76200" cap="rnd">
            <a:gradFill>
              <a:gsLst>
                <a:gs pos="0">
                  <a:schemeClr val="tx2"/>
                </a:gs>
                <a:gs pos="99000">
                  <a:schemeClr val="tx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C2EFE0-AFAF-4C04-A252-4ACF3F393298}"/>
              </a:ext>
            </a:extLst>
          </p:cNvPr>
          <p:cNvGrpSpPr/>
          <p:nvPr userDrawn="1"/>
        </p:nvGrpSpPr>
        <p:grpSpPr>
          <a:xfrm>
            <a:off x="-5827249" y="868843"/>
            <a:ext cx="11697108" cy="11698411"/>
            <a:chOff x="-5827249" y="868843"/>
            <a:chExt cx="11697108" cy="11698411"/>
          </a:xfrm>
        </p:grpSpPr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430A1E20-29AB-400F-97F8-4B06765002F1}"/>
                </a:ext>
              </a:extLst>
            </p:cNvPr>
            <p:cNvSpPr/>
            <p:nvPr userDrawn="1"/>
          </p:nvSpPr>
          <p:spPr>
            <a:xfrm>
              <a:off x="-5827249" y="870153"/>
              <a:ext cx="11697108" cy="11697101"/>
            </a:xfrm>
            <a:prstGeom prst="arc">
              <a:avLst>
                <a:gd name="adj1" fmla="val 16431029"/>
                <a:gd name="adj2" fmla="val 18272296"/>
              </a:avLst>
            </a:prstGeom>
            <a:ln w="254000" cap="rnd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52C54F2D-5189-4CEC-B6A0-D5FACD4F73A4}"/>
                </a:ext>
              </a:extLst>
            </p:cNvPr>
            <p:cNvSpPr/>
            <p:nvPr userDrawn="1"/>
          </p:nvSpPr>
          <p:spPr>
            <a:xfrm rot="10800000">
              <a:off x="-5827249" y="868843"/>
              <a:ext cx="11697108" cy="11697101"/>
            </a:xfrm>
            <a:prstGeom prst="arc">
              <a:avLst>
                <a:gd name="adj1" fmla="val 16431029"/>
                <a:gd name="adj2" fmla="val 18272296"/>
              </a:avLst>
            </a:prstGeom>
            <a:ln w="254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1309D36-0CFC-40BF-BCA6-C1223F6F42F5}"/>
              </a:ext>
            </a:extLst>
          </p:cNvPr>
          <p:cNvGrpSpPr/>
          <p:nvPr userDrawn="1"/>
        </p:nvGrpSpPr>
        <p:grpSpPr>
          <a:xfrm>
            <a:off x="-5827249" y="868843"/>
            <a:ext cx="11703572" cy="11699721"/>
            <a:chOff x="-5827249" y="868843"/>
            <a:chExt cx="11703572" cy="11699721"/>
          </a:xfrm>
        </p:grpSpPr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A0E8B8A3-B336-42B5-94AB-08FD5970D032}"/>
                </a:ext>
              </a:extLst>
            </p:cNvPr>
            <p:cNvSpPr/>
            <p:nvPr userDrawn="1"/>
          </p:nvSpPr>
          <p:spPr>
            <a:xfrm>
              <a:off x="-5827249" y="871463"/>
              <a:ext cx="11697108" cy="11697101"/>
            </a:xfrm>
            <a:prstGeom prst="arc">
              <a:avLst>
                <a:gd name="adj1" fmla="val 20248429"/>
                <a:gd name="adj2" fmla="val 21420858"/>
              </a:avLst>
            </a:prstGeom>
            <a:noFill/>
            <a:ln w="254000" cap="rnd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20358572-6D52-4843-BC39-3079513ED3F4}"/>
                </a:ext>
              </a:extLst>
            </p:cNvPr>
            <p:cNvSpPr/>
            <p:nvPr userDrawn="1"/>
          </p:nvSpPr>
          <p:spPr>
            <a:xfrm rot="10800000">
              <a:off x="-5820785" y="868843"/>
              <a:ext cx="11697108" cy="11697101"/>
            </a:xfrm>
            <a:prstGeom prst="arc">
              <a:avLst>
                <a:gd name="adj1" fmla="val 20248429"/>
                <a:gd name="adj2" fmla="val 21420858"/>
              </a:avLst>
            </a:prstGeom>
            <a:ln w="254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21" name="Text Placeholder 46">
            <a:extLst>
              <a:ext uri="{FF2B5EF4-FFF2-40B4-BE49-F238E27FC236}">
                <a16:creationId xmlns:a16="http://schemas.microsoft.com/office/drawing/2014/main" id="{60270076-F582-4F96-A534-019B5AA7D9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663" y="4563926"/>
            <a:ext cx="5467350" cy="688975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Lorem ipsum floor sit </a:t>
            </a:r>
            <a:r>
              <a:rPr lang="en-US" dirty="0" err="1"/>
              <a:t>amet</a:t>
            </a:r>
            <a:endParaRPr lang="en-ID" dirty="0"/>
          </a:p>
        </p:txBody>
      </p:sp>
      <p:pic>
        <p:nvPicPr>
          <p:cNvPr id="22" name="Picture 3" descr="E:\Desain\PPT UNS\Twibon edit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7" r="7977"/>
          <a:stretch/>
        </p:blipFill>
        <p:spPr bwMode="auto">
          <a:xfrm>
            <a:off x="6148564" y="6438522"/>
            <a:ext cx="589630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E:\Desain\PPT UNS\Active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7284" y="5900827"/>
            <a:ext cx="1361498" cy="458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4212" y="5540284"/>
            <a:ext cx="1123134" cy="81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7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4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48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48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48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48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85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85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48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4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4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4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56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9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9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56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4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build="p" animBg="1">
        <p:tmplLst>
          <p:tmpl>
            <p:tnLst>
              <p:par>
                <p:cTn presetID="2" presetClass="entr" presetSubtype="8" decel="48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8" decel="48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 animBg="1">
        <p:tmplLst>
          <p:tmpl>
            <p:tnLst>
              <p:par>
                <p:cTn presetID="2" presetClass="entr" presetSubtype="8" decel="48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8" decel="48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2" presetClass="entr" presetSubtype="2" decel="56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9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9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56000" fill="hold" nodeType="withEffect">
                  <p:stCondLst>
                    <p:cond delay="0"/>
                  </p:stCondLst>
                  <p:iterate type="wd">
                    <p:tmPct val="4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100000">
              <a:schemeClr val="bg1">
                <a:lumMod val="75000"/>
              </a:schemeClr>
            </a:gs>
            <a:gs pos="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Oval 124">
            <a:extLst>
              <a:ext uri="{FF2B5EF4-FFF2-40B4-BE49-F238E27FC236}">
                <a16:creationId xmlns:a16="http://schemas.microsoft.com/office/drawing/2014/main" id="{0112DADF-4CC7-48A5-A667-C4EEB24AA0ED}"/>
              </a:ext>
            </a:extLst>
          </p:cNvPr>
          <p:cNvSpPr/>
          <p:nvPr userDrawn="1"/>
        </p:nvSpPr>
        <p:spPr>
          <a:xfrm>
            <a:off x="3236686" y="348962"/>
            <a:ext cx="5718628" cy="57186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1204532-68D9-4664-B118-751FB9B5ED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78352" y="690628"/>
            <a:ext cx="5035296" cy="5035296"/>
          </a:xfrm>
          <a:custGeom>
            <a:avLst/>
            <a:gdLst>
              <a:gd name="connsiteX0" fmla="*/ 2517648 w 5035296"/>
              <a:gd name="connsiteY0" fmla="*/ 0 h 5035296"/>
              <a:gd name="connsiteX1" fmla="*/ 5035296 w 5035296"/>
              <a:gd name="connsiteY1" fmla="*/ 2517648 h 5035296"/>
              <a:gd name="connsiteX2" fmla="*/ 2517648 w 5035296"/>
              <a:gd name="connsiteY2" fmla="*/ 5035296 h 5035296"/>
              <a:gd name="connsiteX3" fmla="*/ 0 w 5035296"/>
              <a:gd name="connsiteY3" fmla="*/ 2517648 h 5035296"/>
              <a:gd name="connsiteX4" fmla="*/ 2517648 w 5035296"/>
              <a:gd name="connsiteY4" fmla="*/ 0 h 503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5296" h="5035296">
                <a:moveTo>
                  <a:pt x="2517648" y="0"/>
                </a:moveTo>
                <a:cubicBezTo>
                  <a:pt x="3908107" y="0"/>
                  <a:pt x="5035296" y="1127189"/>
                  <a:pt x="5035296" y="2517648"/>
                </a:cubicBezTo>
                <a:cubicBezTo>
                  <a:pt x="5035296" y="3908107"/>
                  <a:pt x="3908107" y="5035296"/>
                  <a:pt x="2517648" y="5035296"/>
                </a:cubicBezTo>
                <a:cubicBezTo>
                  <a:pt x="1127189" y="5035296"/>
                  <a:pt x="0" y="3908107"/>
                  <a:pt x="0" y="2517648"/>
                </a:cubicBezTo>
                <a:cubicBezTo>
                  <a:pt x="0" y="1127189"/>
                  <a:pt x="1127189" y="0"/>
                  <a:pt x="251764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ID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32D2D51-3A74-4F3A-B202-8375B5E302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352" y="690628"/>
            <a:ext cx="5035296" cy="5035296"/>
          </a:xfrm>
          <a:custGeom>
            <a:avLst/>
            <a:gdLst>
              <a:gd name="connsiteX0" fmla="*/ 2517648 w 5035296"/>
              <a:gd name="connsiteY0" fmla="*/ 0 h 5035296"/>
              <a:gd name="connsiteX1" fmla="*/ 5035296 w 5035296"/>
              <a:gd name="connsiteY1" fmla="*/ 2517648 h 5035296"/>
              <a:gd name="connsiteX2" fmla="*/ 2517648 w 5035296"/>
              <a:gd name="connsiteY2" fmla="*/ 5035296 h 5035296"/>
              <a:gd name="connsiteX3" fmla="*/ 0 w 5035296"/>
              <a:gd name="connsiteY3" fmla="*/ 2517648 h 5035296"/>
              <a:gd name="connsiteX4" fmla="*/ 2517648 w 5035296"/>
              <a:gd name="connsiteY4" fmla="*/ 0 h 503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5296" h="5035296">
                <a:moveTo>
                  <a:pt x="2517648" y="0"/>
                </a:moveTo>
                <a:cubicBezTo>
                  <a:pt x="3908107" y="0"/>
                  <a:pt x="5035296" y="1127189"/>
                  <a:pt x="5035296" y="2517648"/>
                </a:cubicBezTo>
                <a:cubicBezTo>
                  <a:pt x="5035296" y="3908107"/>
                  <a:pt x="3908107" y="5035296"/>
                  <a:pt x="2517648" y="5035296"/>
                </a:cubicBezTo>
                <a:cubicBezTo>
                  <a:pt x="1127189" y="5035296"/>
                  <a:pt x="0" y="3908107"/>
                  <a:pt x="0" y="2517648"/>
                </a:cubicBezTo>
                <a:cubicBezTo>
                  <a:pt x="0" y="1127189"/>
                  <a:pt x="1127189" y="0"/>
                  <a:pt x="2517648" y="0"/>
                </a:cubicBezTo>
                <a:close/>
              </a:path>
            </a:pathLst>
          </a:custGeom>
          <a:gradFill>
            <a:gsLst>
              <a:gs pos="100000">
                <a:schemeClr val="tx2">
                  <a:lumMod val="50000"/>
                  <a:alpha val="83000"/>
                </a:schemeClr>
              </a:gs>
              <a:gs pos="0">
                <a:schemeClr val="tx2">
                  <a:lumMod val="50000"/>
                  <a:alpha val="92000"/>
                </a:schemeClr>
              </a:gs>
            </a:gsLst>
            <a:path path="circle">
              <a:fillToRect l="100000" t="100000"/>
            </a:path>
          </a:gra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D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F3568D-2569-42C7-B2C5-068306B02EBE}"/>
              </a:ext>
            </a:extLst>
          </p:cNvPr>
          <p:cNvGrpSpPr/>
          <p:nvPr userDrawn="1"/>
        </p:nvGrpSpPr>
        <p:grpSpPr>
          <a:xfrm>
            <a:off x="3230880" y="343156"/>
            <a:ext cx="5730240" cy="5730240"/>
            <a:chOff x="3230880" y="563880"/>
            <a:chExt cx="5730240" cy="5730240"/>
          </a:xfrm>
        </p:grpSpPr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5CD920B6-1B68-4907-80BA-F16E26B4AC03}"/>
                </a:ext>
              </a:extLst>
            </p:cNvPr>
            <p:cNvSpPr/>
            <p:nvPr userDrawn="1"/>
          </p:nvSpPr>
          <p:spPr>
            <a:xfrm>
              <a:off x="3230880" y="563880"/>
              <a:ext cx="5730240" cy="5730240"/>
            </a:xfrm>
            <a:prstGeom prst="arc">
              <a:avLst>
                <a:gd name="adj1" fmla="val 10833613"/>
                <a:gd name="adj2" fmla="val 16214691"/>
              </a:avLst>
            </a:prstGeom>
            <a:ln w="342900" cap="rnd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36A37E2F-D847-4482-BDE7-301EC0026B41}"/>
                </a:ext>
              </a:extLst>
            </p:cNvPr>
            <p:cNvSpPr/>
            <p:nvPr userDrawn="1"/>
          </p:nvSpPr>
          <p:spPr>
            <a:xfrm rot="10800000">
              <a:off x="3230880" y="563880"/>
              <a:ext cx="5730240" cy="5730240"/>
            </a:xfrm>
            <a:prstGeom prst="arc">
              <a:avLst>
                <a:gd name="adj1" fmla="val 10833613"/>
                <a:gd name="adj2" fmla="val 16214691"/>
              </a:avLst>
            </a:prstGeom>
            <a:ln w="342900" cap="rnd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95AB051-36BD-41B3-BB84-2765BCC4F702}"/>
              </a:ext>
            </a:extLst>
          </p:cNvPr>
          <p:cNvGrpSpPr/>
          <p:nvPr userDrawn="1"/>
        </p:nvGrpSpPr>
        <p:grpSpPr>
          <a:xfrm>
            <a:off x="3230880" y="343157"/>
            <a:ext cx="5730240" cy="5730240"/>
            <a:chOff x="3230880" y="563881"/>
            <a:chExt cx="5730240" cy="5730240"/>
          </a:xfrm>
        </p:grpSpPr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35BD42E4-902B-49F5-903D-4AEA45B94A64}"/>
                </a:ext>
              </a:extLst>
            </p:cNvPr>
            <p:cNvSpPr/>
            <p:nvPr userDrawn="1"/>
          </p:nvSpPr>
          <p:spPr>
            <a:xfrm rot="5400000">
              <a:off x="3230880" y="563881"/>
              <a:ext cx="5730240" cy="5730240"/>
            </a:xfrm>
            <a:prstGeom prst="arc">
              <a:avLst>
                <a:gd name="adj1" fmla="val 13867833"/>
                <a:gd name="adj2" fmla="val 16214691"/>
              </a:avLst>
            </a:prstGeom>
            <a:ln w="50800" cap="rnd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97FD22A2-2872-40AE-8765-BE856E9A8713}"/>
                </a:ext>
              </a:extLst>
            </p:cNvPr>
            <p:cNvSpPr/>
            <p:nvPr userDrawn="1"/>
          </p:nvSpPr>
          <p:spPr>
            <a:xfrm rot="16200000">
              <a:off x="3230880" y="563881"/>
              <a:ext cx="5730240" cy="5730240"/>
            </a:xfrm>
            <a:prstGeom prst="arc">
              <a:avLst>
                <a:gd name="adj1" fmla="val 13867833"/>
                <a:gd name="adj2" fmla="val 16214691"/>
              </a:avLst>
            </a:prstGeom>
            <a:ln w="50800" cap="rnd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2ACDD50-F2B6-4445-9FB5-A89479C2EB22}"/>
              </a:ext>
            </a:extLst>
          </p:cNvPr>
          <p:cNvGrpSpPr/>
          <p:nvPr userDrawn="1"/>
        </p:nvGrpSpPr>
        <p:grpSpPr>
          <a:xfrm>
            <a:off x="2933702" y="45977"/>
            <a:ext cx="6324598" cy="6324599"/>
            <a:chOff x="2933702" y="266701"/>
            <a:chExt cx="6324598" cy="6324599"/>
          </a:xfrm>
        </p:grpSpPr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0E5A82E9-D03B-4481-A439-CC8F3D3379E4}"/>
                </a:ext>
              </a:extLst>
            </p:cNvPr>
            <p:cNvSpPr/>
            <p:nvPr userDrawn="1"/>
          </p:nvSpPr>
          <p:spPr>
            <a:xfrm>
              <a:off x="2933702" y="266702"/>
              <a:ext cx="6324598" cy="6324598"/>
            </a:xfrm>
            <a:prstGeom prst="arc">
              <a:avLst>
                <a:gd name="adj1" fmla="val 12132381"/>
                <a:gd name="adj2" fmla="val 15678836"/>
              </a:avLst>
            </a:prstGeom>
            <a:ln w="50800" cap="rnd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E15C2B77-C96C-4C3D-B237-EB4B85C9E5A7}"/>
                </a:ext>
              </a:extLst>
            </p:cNvPr>
            <p:cNvSpPr/>
            <p:nvPr userDrawn="1"/>
          </p:nvSpPr>
          <p:spPr>
            <a:xfrm rot="10800000">
              <a:off x="2933702" y="266701"/>
              <a:ext cx="6324598" cy="6324598"/>
            </a:xfrm>
            <a:prstGeom prst="arc">
              <a:avLst>
                <a:gd name="adj1" fmla="val 12132381"/>
                <a:gd name="adj2" fmla="val 15678836"/>
              </a:avLst>
            </a:prstGeom>
            <a:ln w="50800" cap="rnd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EDBABCE-CE0D-4E54-B1E9-1F5C0E6E4E8F}"/>
              </a:ext>
            </a:extLst>
          </p:cNvPr>
          <p:cNvGrpSpPr/>
          <p:nvPr userDrawn="1"/>
        </p:nvGrpSpPr>
        <p:grpSpPr>
          <a:xfrm>
            <a:off x="3771963" y="1293751"/>
            <a:ext cx="4648074" cy="3790950"/>
            <a:chOff x="3743451" y="1514475"/>
            <a:chExt cx="4648074" cy="3790950"/>
          </a:xfrm>
          <a:solidFill>
            <a:schemeClr val="tx2">
              <a:lumMod val="50000"/>
            </a:schemeClr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BC8B217-FA0D-4A59-967F-903C444D6637}"/>
                </a:ext>
              </a:extLst>
            </p:cNvPr>
            <p:cNvSpPr/>
            <p:nvPr userDrawn="1"/>
          </p:nvSpPr>
          <p:spPr>
            <a:xfrm>
              <a:off x="8201025" y="1514475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510B694-CDBC-42E8-910F-D59E0C0DE315}"/>
                </a:ext>
              </a:extLst>
            </p:cNvPr>
            <p:cNvSpPr/>
            <p:nvPr userDrawn="1"/>
          </p:nvSpPr>
          <p:spPr>
            <a:xfrm>
              <a:off x="3743451" y="5114925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9DF70520-223D-4F21-AA15-FC0BC59A44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2327" y="2110668"/>
            <a:ext cx="5467347" cy="109760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8800" b="1">
                <a:solidFill>
                  <a:schemeClr val="bg1"/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SLIDE</a:t>
            </a:r>
            <a:endParaRPr lang="en-ID" dirty="0"/>
          </a:p>
        </p:txBody>
      </p:sp>
      <p:sp>
        <p:nvSpPr>
          <p:cNvPr id="33" name="Text Placeholder 46">
            <a:extLst>
              <a:ext uri="{FF2B5EF4-FFF2-40B4-BE49-F238E27FC236}">
                <a16:creationId xmlns:a16="http://schemas.microsoft.com/office/drawing/2014/main" id="{DFC33ED7-7398-4097-ABA0-3B974C64D6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0880" y="3332120"/>
            <a:ext cx="5730240" cy="5025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 spc="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PRESENTATION</a:t>
            </a:r>
            <a:endParaRPr lang="en-ID" dirty="0"/>
          </a:p>
        </p:txBody>
      </p:sp>
      <p:sp>
        <p:nvSpPr>
          <p:cNvPr id="34" name="Text Placeholder 46">
            <a:extLst>
              <a:ext uri="{FF2B5EF4-FFF2-40B4-BE49-F238E27FC236}">
                <a16:creationId xmlns:a16="http://schemas.microsoft.com/office/drawing/2014/main" id="{CC676C60-39A3-43A9-8B43-EBCC53CFC3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5" y="3906314"/>
            <a:ext cx="5467350" cy="346664"/>
          </a:xfrm>
        </p:spPr>
        <p:txBody>
          <a:bodyPr>
            <a:normAutofit/>
          </a:bodyPr>
          <a:lstStyle>
            <a:lvl1pPr marL="0" indent="0" algn="ctr">
              <a:buNone/>
              <a:defRPr sz="1800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by: Your Name</a:t>
            </a:r>
            <a:endParaRPr lang="en-ID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DFB93D8-B546-4B26-8AFC-B9D6C00A1DC0}"/>
              </a:ext>
            </a:extLst>
          </p:cNvPr>
          <p:cNvSpPr/>
          <p:nvPr userDrawn="1"/>
        </p:nvSpPr>
        <p:spPr>
          <a:xfrm>
            <a:off x="40633650" y="27083843"/>
            <a:ext cx="6515100" cy="2108056"/>
          </a:xfrm>
          <a:prstGeom prst="roundRect">
            <a:avLst>
              <a:gd name="adj" fmla="val 7630"/>
            </a:avLst>
          </a:prstGeom>
          <a:solidFill>
            <a:srgbClr val="666666"/>
          </a:solidFill>
          <a:ln>
            <a:solidFill>
              <a:schemeClr val="bg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A367C6B-00DB-480F-A158-2EFFB2AC1DFE}"/>
              </a:ext>
            </a:extLst>
          </p:cNvPr>
          <p:cNvSpPr/>
          <p:nvPr userDrawn="1"/>
        </p:nvSpPr>
        <p:spPr>
          <a:xfrm>
            <a:off x="48122347" y="25313555"/>
            <a:ext cx="6391313" cy="3878344"/>
          </a:xfrm>
          <a:custGeom>
            <a:avLst/>
            <a:gdLst>
              <a:gd name="connsiteX0" fmla="*/ 1437312 w 6391313"/>
              <a:gd name="connsiteY0" fmla="*/ 0 h 3878344"/>
              <a:gd name="connsiteX1" fmla="*/ 6057474 w 6391313"/>
              <a:gd name="connsiteY1" fmla="*/ 0 h 3878344"/>
              <a:gd name="connsiteX2" fmla="*/ 5990206 w 6391313"/>
              <a:gd name="connsiteY2" fmla="*/ 6781 h 3878344"/>
              <a:gd name="connsiteX3" fmla="*/ 5723655 w 6391313"/>
              <a:gd name="connsiteY3" fmla="*/ 333828 h 3878344"/>
              <a:gd name="connsiteX4" fmla="*/ 5723655 w 6391313"/>
              <a:gd name="connsiteY4" fmla="*/ 333829 h 3878344"/>
              <a:gd name="connsiteX5" fmla="*/ 5743912 w 6391313"/>
              <a:gd name="connsiteY5" fmla="*/ 219047 h 3878344"/>
              <a:gd name="connsiteX6" fmla="*/ 5990206 w 6391313"/>
              <a:gd name="connsiteY6" fmla="*/ 6782 h 3878344"/>
              <a:gd name="connsiteX7" fmla="*/ 6057474 w 6391313"/>
              <a:gd name="connsiteY7" fmla="*/ 1 h 3878344"/>
              <a:gd name="connsiteX8" fmla="*/ 6057494 w 6391313"/>
              <a:gd name="connsiteY8" fmla="*/ 1 h 3878344"/>
              <a:gd name="connsiteX9" fmla="*/ 6124762 w 6391313"/>
              <a:gd name="connsiteY9" fmla="*/ 6782 h 3878344"/>
              <a:gd name="connsiteX10" fmla="*/ 6391313 w 6391313"/>
              <a:gd name="connsiteY10" fmla="*/ 333829 h 3878344"/>
              <a:gd name="connsiteX11" fmla="*/ 6384531 w 6391313"/>
              <a:gd name="connsiteY11" fmla="*/ 401107 h 3878344"/>
              <a:gd name="connsiteX12" fmla="*/ 6381486 w 6391313"/>
              <a:gd name="connsiteY12" fmla="*/ 410917 h 3878344"/>
              <a:gd name="connsiteX13" fmla="*/ 6360390 w 6391313"/>
              <a:gd name="connsiteY13" fmla="*/ 472408 h 3878344"/>
              <a:gd name="connsiteX14" fmla="*/ 6360389 w 6391313"/>
              <a:gd name="connsiteY14" fmla="*/ 472410 h 3878344"/>
              <a:gd name="connsiteX15" fmla="*/ 5279955 w 6391313"/>
              <a:gd name="connsiteY15" fmla="*/ 3621783 h 3878344"/>
              <a:gd name="connsiteX16" fmla="*/ 5257384 w 6391313"/>
              <a:gd name="connsiteY16" fmla="*/ 3687577 h 3878344"/>
              <a:gd name="connsiteX17" fmla="*/ 5231621 w 6391313"/>
              <a:gd name="connsiteY17" fmla="*/ 3735040 h 3878344"/>
              <a:gd name="connsiteX18" fmla="*/ 5022083 w 6391313"/>
              <a:gd name="connsiteY18" fmla="*/ 3875440 h 3878344"/>
              <a:gd name="connsiteX19" fmla="*/ 4993275 w 6391313"/>
              <a:gd name="connsiteY19" fmla="*/ 3878344 h 3878344"/>
              <a:gd name="connsiteX20" fmla="*/ 4916335 w 6391313"/>
              <a:gd name="connsiteY20" fmla="*/ 3878344 h 3878344"/>
              <a:gd name="connsiteX21" fmla="*/ 372299 w 6391313"/>
              <a:gd name="connsiteY21" fmla="*/ 3878344 h 3878344"/>
              <a:gd name="connsiteX22" fmla="*/ 295359 w 6391313"/>
              <a:gd name="connsiteY22" fmla="*/ 3878344 h 3878344"/>
              <a:gd name="connsiteX23" fmla="*/ 266551 w 6391313"/>
              <a:gd name="connsiteY23" fmla="*/ 3875440 h 3878344"/>
              <a:gd name="connsiteX24" fmla="*/ 0 w 6391313"/>
              <a:gd name="connsiteY24" fmla="*/ 3548393 h 3878344"/>
              <a:gd name="connsiteX25" fmla="*/ 6782 w 6391313"/>
              <a:gd name="connsiteY25" fmla="*/ 3481115 h 3878344"/>
              <a:gd name="connsiteX26" fmla="*/ 12908 w 6391313"/>
              <a:gd name="connsiteY26" fmla="*/ 3461381 h 3878344"/>
              <a:gd name="connsiteX27" fmla="*/ 30043 w 6391313"/>
              <a:gd name="connsiteY27" fmla="*/ 3411436 h 3878344"/>
              <a:gd name="connsiteX28" fmla="*/ 1122776 w 6391313"/>
              <a:gd name="connsiteY28" fmla="*/ 226214 h 3878344"/>
              <a:gd name="connsiteX29" fmla="*/ 1110255 w 6391313"/>
              <a:gd name="connsiteY29" fmla="*/ 266550 h 3878344"/>
              <a:gd name="connsiteX30" fmla="*/ 1103473 w 6391313"/>
              <a:gd name="connsiteY30" fmla="*/ 333828 h 3878344"/>
              <a:gd name="connsiteX31" fmla="*/ 1103473 w 6391313"/>
              <a:gd name="connsiteY31" fmla="*/ 333829 h 3878344"/>
              <a:gd name="connsiteX32" fmla="*/ 1110255 w 6391313"/>
              <a:gd name="connsiteY32" fmla="*/ 266551 h 3878344"/>
              <a:gd name="connsiteX33" fmla="*/ 1122776 w 6391313"/>
              <a:gd name="connsiteY33" fmla="*/ 226215 h 3878344"/>
              <a:gd name="connsiteX34" fmla="*/ 1131688 w 6391313"/>
              <a:gd name="connsiteY34" fmla="*/ 200239 h 3878344"/>
              <a:gd name="connsiteX35" fmla="*/ 1160486 w 6391313"/>
              <a:gd name="connsiteY35" fmla="*/ 147182 h 3878344"/>
              <a:gd name="connsiteX36" fmla="*/ 1370024 w 6391313"/>
              <a:gd name="connsiteY36" fmla="*/ 6782 h 3878344"/>
              <a:gd name="connsiteX37" fmla="*/ 1437292 w 6391313"/>
              <a:gd name="connsiteY37" fmla="*/ 1 h 3878344"/>
              <a:gd name="connsiteX38" fmla="*/ 1437312 w 6391313"/>
              <a:gd name="connsiteY38" fmla="*/ 1 h 3878344"/>
              <a:gd name="connsiteX39" fmla="*/ 1504580 w 6391313"/>
              <a:gd name="connsiteY39" fmla="*/ 6782 h 3878344"/>
              <a:gd name="connsiteX40" fmla="*/ 1576830 w 6391313"/>
              <a:gd name="connsiteY40" fmla="*/ 31656 h 3878344"/>
              <a:gd name="connsiteX41" fmla="*/ 1593599 w 6391313"/>
              <a:gd name="connsiteY41" fmla="*/ 39983 h 3878344"/>
              <a:gd name="connsiteX42" fmla="*/ 1655769 w 6391313"/>
              <a:gd name="connsiteY42" fmla="*/ 81405 h 3878344"/>
              <a:gd name="connsiteX43" fmla="*/ 1700475 w 6391313"/>
              <a:gd name="connsiteY43" fmla="*/ 131198 h 3878344"/>
              <a:gd name="connsiteX44" fmla="*/ 1750870 w 6391313"/>
              <a:gd name="connsiteY44" fmla="*/ 219038 h 3878344"/>
              <a:gd name="connsiteX45" fmla="*/ 1750875 w 6391313"/>
              <a:gd name="connsiteY45" fmla="*/ 219047 h 3878344"/>
              <a:gd name="connsiteX46" fmla="*/ 1771131 w 6391313"/>
              <a:gd name="connsiteY46" fmla="*/ 333829 h 3878344"/>
              <a:gd name="connsiteX47" fmla="*/ 1771131 w 6391313"/>
              <a:gd name="connsiteY47" fmla="*/ 333828 h 3878344"/>
              <a:gd name="connsiteX48" fmla="*/ 1750875 w 6391313"/>
              <a:gd name="connsiteY48" fmla="*/ 219046 h 3878344"/>
              <a:gd name="connsiteX49" fmla="*/ 1750870 w 6391313"/>
              <a:gd name="connsiteY49" fmla="*/ 219038 h 3878344"/>
              <a:gd name="connsiteX50" fmla="*/ 1711850 w 6391313"/>
              <a:gd name="connsiteY50" fmla="*/ 143866 h 3878344"/>
              <a:gd name="connsiteX51" fmla="*/ 1700475 w 6391313"/>
              <a:gd name="connsiteY51" fmla="*/ 131198 h 3878344"/>
              <a:gd name="connsiteX52" fmla="*/ 1694901 w 6391313"/>
              <a:gd name="connsiteY52" fmla="*/ 121482 h 3878344"/>
              <a:gd name="connsiteX53" fmla="*/ 1610405 w 6391313"/>
              <a:gd name="connsiteY53" fmla="*/ 48328 h 3878344"/>
              <a:gd name="connsiteX54" fmla="*/ 1593599 w 6391313"/>
              <a:gd name="connsiteY54" fmla="*/ 39983 h 3878344"/>
              <a:gd name="connsiteX55" fmla="*/ 1585667 w 6391313"/>
              <a:gd name="connsiteY55" fmla="*/ 34698 h 3878344"/>
              <a:gd name="connsiteX56" fmla="*/ 1576830 w 6391313"/>
              <a:gd name="connsiteY56" fmla="*/ 31656 h 3878344"/>
              <a:gd name="connsiteX57" fmla="*/ 1559709 w 6391313"/>
              <a:gd name="connsiteY57" fmla="*/ 23154 h 3878344"/>
              <a:gd name="connsiteX58" fmla="*/ 1504580 w 6391313"/>
              <a:gd name="connsiteY58" fmla="*/ 6781 h 387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6391313" h="3878344">
                <a:moveTo>
                  <a:pt x="1437312" y="0"/>
                </a:moveTo>
                <a:lnTo>
                  <a:pt x="6057474" y="0"/>
                </a:lnTo>
                <a:lnTo>
                  <a:pt x="5990206" y="6781"/>
                </a:lnTo>
                <a:cubicBezTo>
                  <a:pt x="5838085" y="37909"/>
                  <a:pt x="5723655" y="172505"/>
                  <a:pt x="5723655" y="333828"/>
                </a:cubicBezTo>
                <a:lnTo>
                  <a:pt x="5723655" y="333829"/>
                </a:lnTo>
                <a:lnTo>
                  <a:pt x="5743912" y="219047"/>
                </a:lnTo>
                <a:cubicBezTo>
                  <a:pt x="5783226" y="111675"/>
                  <a:pt x="5876115" y="30128"/>
                  <a:pt x="5990206" y="6782"/>
                </a:cubicBezTo>
                <a:lnTo>
                  <a:pt x="6057474" y="1"/>
                </a:lnTo>
                <a:lnTo>
                  <a:pt x="6057494" y="1"/>
                </a:lnTo>
                <a:lnTo>
                  <a:pt x="6124762" y="6782"/>
                </a:lnTo>
                <a:cubicBezTo>
                  <a:pt x="6276883" y="37910"/>
                  <a:pt x="6391313" y="172506"/>
                  <a:pt x="6391313" y="333829"/>
                </a:cubicBezTo>
                <a:cubicBezTo>
                  <a:pt x="6391313" y="356875"/>
                  <a:pt x="6388978" y="379376"/>
                  <a:pt x="6384531" y="401107"/>
                </a:cubicBezTo>
                <a:lnTo>
                  <a:pt x="6381486" y="410917"/>
                </a:lnTo>
                <a:lnTo>
                  <a:pt x="6360390" y="472408"/>
                </a:lnTo>
                <a:lnTo>
                  <a:pt x="6360389" y="472410"/>
                </a:lnTo>
                <a:lnTo>
                  <a:pt x="5279955" y="3621783"/>
                </a:lnTo>
                <a:lnTo>
                  <a:pt x="5257384" y="3687577"/>
                </a:lnTo>
                <a:lnTo>
                  <a:pt x="5231621" y="3735040"/>
                </a:lnTo>
                <a:cubicBezTo>
                  <a:pt x="5183628" y="3806080"/>
                  <a:pt x="5109009" y="3857652"/>
                  <a:pt x="5022083" y="3875440"/>
                </a:cubicBezTo>
                <a:lnTo>
                  <a:pt x="4993275" y="3878344"/>
                </a:lnTo>
                <a:lnTo>
                  <a:pt x="4916335" y="3878344"/>
                </a:lnTo>
                <a:lnTo>
                  <a:pt x="372299" y="3878344"/>
                </a:lnTo>
                <a:lnTo>
                  <a:pt x="295359" y="3878344"/>
                </a:lnTo>
                <a:lnTo>
                  <a:pt x="266551" y="3875440"/>
                </a:lnTo>
                <a:cubicBezTo>
                  <a:pt x="114431" y="3844312"/>
                  <a:pt x="0" y="3709716"/>
                  <a:pt x="0" y="3548393"/>
                </a:cubicBezTo>
                <a:cubicBezTo>
                  <a:pt x="0" y="3525347"/>
                  <a:pt x="2335" y="3502846"/>
                  <a:pt x="6782" y="3481115"/>
                </a:cubicBezTo>
                <a:lnTo>
                  <a:pt x="12908" y="3461381"/>
                </a:lnTo>
                <a:lnTo>
                  <a:pt x="30043" y="3411436"/>
                </a:lnTo>
                <a:lnTo>
                  <a:pt x="1122776" y="226214"/>
                </a:lnTo>
                <a:lnTo>
                  <a:pt x="1110255" y="266550"/>
                </a:lnTo>
                <a:cubicBezTo>
                  <a:pt x="1105808" y="288281"/>
                  <a:pt x="1103473" y="310782"/>
                  <a:pt x="1103473" y="333828"/>
                </a:cubicBezTo>
                <a:lnTo>
                  <a:pt x="1103473" y="333829"/>
                </a:lnTo>
                <a:lnTo>
                  <a:pt x="1110255" y="266551"/>
                </a:lnTo>
                <a:lnTo>
                  <a:pt x="1122776" y="226215"/>
                </a:lnTo>
                <a:lnTo>
                  <a:pt x="1131688" y="200239"/>
                </a:lnTo>
                <a:lnTo>
                  <a:pt x="1160486" y="147182"/>
                </a:lnTo>
                <a:cubicBezTo>
                  <a:pt x="1208479" y="76143"/>
                  <a:pt x="1283098" y="24570"/>
                  <a:pt x="1370024" y="6782"/>
                </a:cubicBezTo>
                <a:lnTo>
                  <a:pt x="1437292" y="1"/>
                </a:lnTo>
                <a:lnTo>
                  <a:pt x="1437312" y="1"/>
                </a:lnTo>
                <a:lnTo>
                  <a:pt x="1504580" y="6782"/>
                </a:lnTo>
                <a:lnTo>
                  <a:pt x="1576830" y="31656"/>
                </a:lnTo>
                <a:lnTo>
                  <a:pt x="1593599" y="39983"/>
                </a:lnTo>
                <a:lnTo>
                  <a:pt x="1655769" y="81405"/>
                </a:lnTo>
                <a:lnTo>
                  <a:pt x="1700475" y="131198"/>
                </a:lnTo>
                <a:lnTo>
                  <a:pt x="1750870" y="219038"/>
                </a:lnTo>
                <a:lnTo>
                  <a:pt x="1750875" y="219047"/>
                </a:lnTo>
                <a:lnTo>
                  <a:pt x="1771131" y="333829"/>
                </a:lnTo>
                <a:lnTo>
                  <a:pt x="1771131" y="333828"/>
                </a:lnTo>
                <a:cubicBezTo>
                  <a:pt x="1771131" y="293497"/>
                  <a:pt x="1763979" y="254837"/>
                  <a:pt x="1750875" y="219046"/>
                </a:cubicBezTo>
                <a:lnTo>
                  <a:pt x="1750870" y="219038"/>
                </a:lnTo>
                <a:lnTo>
                  <a:pt x="1711850" y="143866"/>
                </a:lnTo>
                <a:lnTo>
                  <a:pt x="1700475" y="131198"/>
                </a:lnTo>
                <a:lnTo>
                  <a:pt x="1694901" y="121482"/>
                </a:lnTo>
                <a:cubicBezTo>
                  <a:pt x="1671090" y="92629"/>
                  <a:pt x="1642525" y="67845"/>
                  <a:pt x="1610405" y="48328"/>
                </a:cubicBezTo>
                <a:lnTo>
                  <a:pt x="1593599" y="39983"/>
                </a:lnTo>
                <a:lnTo>
                  <a:pt x="1585667" y="34698"/>
                </a:lnTo>
                <a:lnTo>
                  <a:pt x="1576830" y="31656"/>
                </a:lnTo>
                <a:lnTo>
                  <a:pt x="1559709" y="23154"/>
                </a:lnTo>
                <a:cubicBezTo>
                  <a:pt x="1542022" y="16180"/>
                  <a:pt x="1523595" y="10672"/>
                  <a:pt x="1504580" y="6781"/>
                </a:cubicBezTo>
                <a:close/>
              </a:path>
            </a:pathLst>
          </a:custGeom>
          <a:solidFill>
            <a:srgbClr val="666666"/>
          </a:solidFill>
          <a:ln>
            <a:solidFill>
              <a:schemeClr val="bg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9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91580"/>
            <a:ext cx="2843655" cy="107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47214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E:\Desain\PPT UNS\Active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097986"/>
            <a:ext cx="1933200" cy="65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2416" y="5407359"/>
            <a:ext cx="1931987" cy="1408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085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decel="56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9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9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decel="56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56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8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-21600000">
                                      <p:cBhvr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8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5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xit" presetSubtype="32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2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grpId="1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7" dur="250" tmFilter="0, 0; .2, .5; .8, .5; 1, 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125" autoRev="1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fill="hold" grpId="1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70" dur="250" tmFilter="0, 0; .2, .5; .8, .5; 1, 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125" autoRev="1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  <p:bldP spid="12" grpId="0"/>
      <p:bldP spid="13" grpId="0" uiExpand="1" build="p" animBg="1">
        <p:tmplLst>
          <p:tmpl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56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9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9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1" build="p">
        <p:tmplLst>
          <p:tmpl lvl="1">
            <p:tnLst>
              <p:par>
                <p:cTn presetID="26" presetClass="emph" presetSubtype="0" fill="hold" nodeType="withEffect">
                  <p:stCondLst>
                    <p:cond delay="1250"/>
                  </p:stCondLst>
                  <p:iterate type="wd">
                    <p:tmPct val="0"/>
                  </p:iterate>
                  <p:childTnLst>
                    <p:animEffect transition="out" filter="fade">
                      <p:cBhvr>
                        <p:cTn dur="250" tmFilter="0, 0; .2, .5; .8, .5; 1, 0"/>
                        <p:tgtEl>
                          <p:spTgt spid="32"/>
                        </p:tgtEl>
                      </p:cBhvr>
                    </p:animEffect>
                    <p:animScale>
                      <p:cBhvr>
                        <p:cTn dur="125" autoRev="1" fill="hold"/>
                        <p:tgtEl>
                          <p:spTgt spid="32"/>
                        </p:tgtEl>
                      </p:cBhvr>
                      <p:by x="105000" y="105000"/>
                    </p:animScale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8" decel="56000" fill="hold" nodeType="withEffect">
                  <p:stCondLst>
                    <p:cond delay="0"/>
                  </p:stCondLst>
                  <p:iterate type="wd">
                    <p:tmPct val="4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1" build="p">
        <p:tmplLst>
          <p:tmpl lvl="1">
            <p:tnLst>
              <p:par>
                <p:cTn presetID="26" presetClass="emph" presetSubtype="0" fill="hold" nodeType="withEffect">
                  <p:stCondLst>
                    <p:cond delay="1250"/>
                  </p:stCondLst>
                  <p:iterate type="wd">
                    <p:tmPct val="0"/>
                  </p:iterate>
                  <p:childTnLst>
                    <p:animEffect transition="out" filter="fade">
                      <p:cBhvr>
                        <p:cTn dur="250" tmFilter="0, 0; .2, .5; .8, .5; 1, 0"/>
                        <p:tgtEl>
                          <p:spTgt spid="33"/>
                        </p:tgtEl>
                      </p:cBhvr>
                    </p:animEffect>
                    <p:animScale>
                      <p:cBhvr>
                        <p:cTn dur="125" autoRev="1" fill="hold"/>
                        <p:tgtEl>
                          <p:spTgt spid="33"/>
                        </p:tgtEl>
                      </p:cBhvr>
                      <p:by x="105000" y="105000"/>
                    </p:animScale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2" decel="56000" fill="hold" nodeType="withEffect">
                  <p:stCondLst>
                    <p:cond delay="0"/>
                  </p:stCondLst>
                  <p:iterate type="wd">
                    <p:tmPct val="4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78FCF21-378F-408D-BA05-325173754C1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14450" y="2932492"/>
            <a:ext cx="2561846" cy="145704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ID"/>
          </a:p>
        </p:txBody>
      </p:sp>
      <p:sp>
        <p:nvSpPr>
          <p:cNvPr id="52" name="Picture Placeholder 15">
            <a:extLst>
              <a:ext uri="{FF2B5EF4-FFF2-40B4-BE49-F238E27FC236}">
                <a16:creationId xmlns:a16="http://schemas.microsoft.com/office/drawing/2014/main" id="{96E833B8-BB14-49A6-BFC5-353E833440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15077" y="2932492"/>
            <a:ext cx="2561846" cy="145704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ID"/>
          </a:p>
        </p:txBody>
      </p:sp>
      <p:sp>
        <p:nvSpPr>
          <p:cNvPr id="53" name="Picture Placeholder 15">
            <a:extLst>
              <a:ext uri="{FF2B5EF4-FFF2-40B4-BE49-F238E27FC236}">
                <a16:creationId xmlns:a16="http://schemas.microsoft.com/office/drawing/2014/main" id="{F49FFE50-5B95-4944-9321-85CC51BA6D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515704" y="2932492"/>
            <a:ext cx="2561846" cy="145704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ID"/>
          </a:p>
        </p:txBody>
      </p:sp>
      <p:pic>
        <p:nvPicPr>
          <p:cNvPr id="15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642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/>
      <p:bldP spid="52" grpId="0"/>
      <p:bldP spid="53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78FCF21-378F-408D-BA05-325173754C1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947987" y="2464895"/>
            <a:ext cx="2561846" cy="145704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ID"/>
          </a:p>
        </p:txBody>
      </p:sp>
      <p:sp>
        <p:nvSpPr>
          <p:cNvPr id="52" name="Picture Placeholder 15">
            <a:extLst>
              <a:ext uri="{FF2B5EF4-FFF2-40B4-BE49-F238E27FC236}">
                <a16:creationId xmlns:a16="http://schemas.microsoft.com/office/drawing/2014/main" id="{96E833B8-BB14-49A6-BFC5-353E833440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48614" y="2464895"/>
            <a:ext cx="2561846" cy="145704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ID"/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22DD7887-73C2-4B8D-9525-F8332B0C453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947987" y="4471116"/>
            <a:ext cx="2561846" cy="145704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ID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C5059E88-77E3-4D2B-BD23-AFAC6E0AAC5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648614" y="4471116"/>
            <a:ext cx="2561846" cy="145704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ID"/>
          </a:p>
        </p:txBody>
      </p:sp>
      <p:pic>
        <p:nvPicPr>
          <p:cNvPr id="18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514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/>
      <p:bldP spid="52" grpId="0"/>
      <p:bldP spid="15" grpId="0"/>
      <p:bldP spid="17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78FCF21-378F-408D-BA05-325173754C1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947987" y="1971960"/>
            <a:ext cx="2561846" cy="145704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2" name="Picture Placeholder 15">
            <a:extLst>
              <a:ext uri="{FF2B5EF4-FFF2-40B4-BE49-F238E27FC236}">
                <a16:creationId xmlns:a16="http://schemas.microsoft.com/office/drawing/2014/main" id="{96E833B8-BB14-49A6-BFC5-353E833440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48614" y="1971960"/>
            <a:ext cx="2561846" cy="145704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22DD7887-73C2-4B8D-9525-F8332B0C453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667064" y="4336196"/>
            <a:ext cx="2561846" cy="145704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C5059E88-77E3-4D2B-BD23-AFAC6E0AAC5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815077" y="4336196"/>
            <a:ext cx="2561846" cy="145704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1A4240B6-55A1-4CFF-B9A3-9EB4BCCF59A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12010" y="4336196"/>
            <a:ext cx="2561846" cy="145704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pic>
        <p:nvPicPr>
          <p:cNvPr id="19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51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/>
      <p:bldP spid="52" grpId="0"/>
      <p:bldP spid="15" grpId="0"/>
      <p:bldP spid="17" grpId="0"/>
      <p:bldP spid="18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22DD7887-73C2-4B8D-9525-F8332B0C453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162097" y="2464895"/>
            <a:ext cx="2561846" cy="145704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C5059E88-77E3-4D2B-BD23-AFAC6E0AAC5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815077" y="2464895"/>
            <a:ext cx="2561846" cy="145704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1A4240B6-55A1-4CFF-B9A3-9EB4BCCF59A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468057" y="2464895"/>
            <a:ext cx="2561846" cy="145704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8D37F07-25E3-43C6-80A9-7108AEF943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162097" y="4410534"/>
            <a:ext cx="2561846" cy="145704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B0AE87F5-29FD-4CC2-8D5D-2AEAB71B58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815077" y="4410534"/>
            <a:ext cx="2561846" cy="145704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A7848F70-FDB5-4A8E-9083-4BF2C74D6AF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68057" y="4410534"/>
            <a:ext cx="2561846" cy="145704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pic>
        <p:nvPicPr>
          <p:cNvPr id="16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72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50"/>
                            </p:stCondLst>
                            <p:childTnLst>
                              <p:par>
                                <p:cTn id="4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17" grpId="0"/>
      <p:bldP spid="18" grpId="0"/>
      <p:bldP spid="19" grpId="0"/>
      <p:bldP spid="20" grpId="0"/>
      <p:bldP spid="21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22DD7887-73C2-4B8D-9525-F8332B0C453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162097" y="2464895"/>
            <a:ext cx="2561846" cy="145704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C5059E88-77E3-4D2B-BD23-AFAC6E0AAC5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815077" y="2464895"/>
            <a:ext cx="2561846" cy="145704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1A4240B6-55A1-4CFF-B9A3-9EB4BCCF59A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468057" y="2464895"/>
            <a:ext cx="2561846" cy="145704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8D37F07-25E3-43C6-80A9-7108AEF943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6367" y="4410534"/>
            <a:ext cx="2163549" cy="123051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B0AE87F5-29FD-4CC2-8D5D-2AEAB71B58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651606" y="4410534"/>
            <a:ext cx="2163549" cy="123051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A7848F70-FDB5-4A8E-9083-4BF2C74D6AF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76845" y="4410534"/>
            <a:ext cx="2163549" cy="123051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2DA480E-E7DB-4032-B2C8-7234C366C4B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02084" y="4410534"/>
            <a:ext cx="2163549" cy="123051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pic>
        <p:nvPicPr>
          <p:cNvPr id="22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648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50"/>
                            </p:stCondLst>
                            <p:childTnLst>
                              <p:par>
                                <p:cTn id="4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50"/>
                            </p:stCondLst>
                            <p:childTnLst>
                              <p:par>
                                <p:cTn id="5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17" grpId="0"/>
      <p:bldP spid="18" grpId="0"/>
      <p:bldP spid="19" grpId="0"/>
      <p:bldP spid="20" grpId="0"/>
      <p:bldP spid="21" grpId="0"/>
      <p:bldP spid="1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8D37F07-25E3-43C6-80A9-7108AEF943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6367" y="2670634"/>
            <a:ext cx="2163549" cy="123051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B0AE87F5-29FD-4CC2-8D5D-2AEAB71B58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651606" y="2670634"/>
            <a:ext cx="2163549" cy="123051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A7848F70-FDB5-4A8E-9083-4BF2C74D6AF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76845" y="2670634"/>
            <a:ext cx="2163549" cy="123051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2DA480E-E7DB-4032-B2C8-7234C366C4B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02084" y="2670634"/>
            <a:ext cx="2163549" cy="123051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67757112-F9F3-4A12-ABB4-65E50A60A8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26367" y="4308934"/>
            <a:ext cx="2163549" cy="123051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B2BFBA90-5EFC-4B4E-83CE-33AB4E9F6C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651606" y="4308934"/>
            <a:ext cx="2163549" cy="123051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2CC2D319-7C6E-4438-A6C0-ECDC58A8BD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76845" y="4308934"/>
            <a:ext cx="2163549" cy="123051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F5C98741-3356-4A9B-BBEA-8E97329A47B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102084" y="4308934"/>
            <a:ext cx="2163549" cy="123051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pic>
        <p:nvPicPr>
          <p:cNvPr id="18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008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50"/>
                            </p:stCondLst>
                            <p:childTnLst>
                              <p:par>
                                <p:cTn id="4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50"/>
                            </p:stCondLst>
                            <p:childTnLst>
                              <p:par>
                                <p:cTn id="5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150"/>
                            </p:stCondLst>
                            <p:childTnLst>
                              <p:par>
                                <p:cTn id="5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/>
      <p:bldP spid="20" grpId="0"/>
      <p:bldP spid="21" grpId="0"/>
      <p:bldP spid="16" grpId="0"/>
      <p:bldP spid="26" grpId="0"/>
      <p:bldP spid="27" grpId="0"/>
      <p:bldP spid="28" grpId="0"/>
      <p:bldP spid="29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8D37F07-25E3-43C6-80A9-7108AEF943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6367" y="2670634"/>
            <a:ext cx="2163549" cy="123051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B0AE87F5-29FD-4CC2-8D5D-2AEAB71B58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651606" y="2670634"/>
            <a:ext cx="2163549" cy="123051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A7848F70-FDB5-4A8E-9083-4BF2C74D6AF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76845" y="2670634"/>
            <a:ext cx="2163549" cy="123051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2DA480E-E7DB-4032-B2C8-7234C366C4B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02084" y="2670634"/>
            <a:ext cx="2163549" cy="123051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67757112-F9F3-4A12-ABB4-65E50A60A8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26368" y="4308934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B2BFBA90-5EFC-4B4E-83CE-33AB4E9F6C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53030" y="4308934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2CC2D319-7C6E-4438-A6C0-ECDC58A8BD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179692" y="4308934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F5C98741-3356-4A9B-BBEA-8E97329A47B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306354" y="4308934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D7E0041-D6D8-423A-AFC5-88DC85D3159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433016" y="4308934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pic>
        <p:nvPicPr>
          <p:cNvPr id="22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68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50"/>
                            </p:stCondLst>
                            <p:childTnLst>
                              <p:par>
                                <p:cTn id="4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50"/>
                            </p:stCondLst>
                            <p:childTnLst>
                              <p:par>
                                <p:cTn id="5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150"/>
                            </p:stCondLst>
                            <p:childTnLst>
                              <p:par>
                                <p:cTn id="5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450"/>
                            </p:stCondLst>
                            <p:childTnLst>
                              <p:par>
                                <p:cTn id="5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/>
      <p:bldP spid="20" grpId="0"/>
      <p:bldP spid="21" grpId="0"/>
      <p:bldP spid="16" grpId="0"/>
      <p:bldP spid="26" grpId="0"/>
      <p:bldP spid="27" grpId="0"/>
      <p:bldP spid="28" grpId="0"/>
      <p:bldP spid="29" grpId="0"/>
      <p:bldP spid="18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67757112-F9F3-4A12-ABB4-65E50A60A8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26368" y="2594434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B2BFBA90-5EFC-4B4E-83CE-33AB4E9F6C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53030" y="2594434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2CC2D319-7C6E-4438-A6C0-ECDC58A8BD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179692" y="2594434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F5C98741-3356-4A9B-BBEA-8E97329A47B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306354" y="2594434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D7E0041-D6D8-423A-AFC5-88DC85D3159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433016" y="2594434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04614471-729C-47E8-9C2D-438DA1F494A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26368" y="4207334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3" name="Picture Placeholder 15">
            <a:extLst>
              <a:ext uri="{FF2B5EF4-FFF2-40B4-BE49-F238E27FC236}">
                <a16:creationId xmlns:a16="http://schemas.microsoft.com/office/drawing/2014/main" id="{57442359-411D-4911-9163-5E2D40BAEA3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053030" y="4207334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4" name="Picture Placeholder 15">
            <a:extLst>
              <a:ext uri="{FF2B5EF4-FFF2-40B4-BE49-F238E27FC236}">
                <a16:creationId xmlns:a16="http://schemas.microsoft.com/office/drawing/2014/main" id="{65DBB768-C5CB-42CD-99D6-000A558FD12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79692" y="4207334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C252E80F-EAA9-4AE4-9D2A-9EA674DA8BA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306354" y="4207334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37C2DFC7-75C5-46EA-9E70-04496354E4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433016" y="4207334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pic>
        <p:nvPicPr>
          <p:cNvPr id="20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477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50"/>
                            </p:stCondLst>
                            <p:childTnLst>
                              <p:par>
                                <p:cTn id="4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50"/>
                            </p:stCondLst>
                            <p:childTnLst>
                              <p:par>
                                <p:cTn id="5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150"/>
                            </p:stCondLst>
                            <p:childTnLst>
                              <p:par>
                                <p:cTn id="5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450"/>
                            </p:stCondLst>
                            <p:childTnLst>
                              <p:par>
                                <p:cTn id="5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50"/>
                            </p:stCondLst>
                            <p:childTnLst>
                              <p:par>
                                <p:cTn id="6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/>
      <p:bldP spid="27" grpId="0"/>
      <p:bldP spid="28" grpId="0"/>
      <p:bldP spid="29" grpId="0"/>
      <p:bldP spid="18" grpId="0"/>
      <p:bldP spid="22" grpId="0"/>
      <p:bldP spid="23" grpId="0"/>
      <p:bldP spid="24" grpId="0"/>
      <p:bldP spid="25" grpId="0"/>
      <p:bldP spid="30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67757112-F9F3-4A12-ABB4-65E50A60A8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993579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B2BFBA90-5EFC-4B4E-83CE-33AB4E9F6C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120241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2CC2D319-7C6E-4438-A6C0-ECDC58A8BD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6903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F5C98741-3356-4A9B-BBEA-8E97329A47B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373565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1B1A5D46-3A14-43F9-8E3B-2F184D9C49B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993579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10C598CC-8F4C-4446-A46E-D82B6A4A514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120241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E971D42D-C704-44E3-8121-8C96A4881E9E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6903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E17212DA-975E-406B-881E-08417439BA9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373565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40F9ECA2-68A2-4CC2-9131-1E6AA693B3F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062537" y="508357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AE27D09E-37B4-4714-A0BD-3BD1C4B01B7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89199" y="508357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D5054EA7-BEBC-40B3-9B16-854DCEEDC73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315861" y="508357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pic>
        <p:nvPicPr>
          <p:cNvPr id="22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414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50"/>
                            </p:stCondLst>
                            <p:childTnLst>
                              <p:par>
                                <p:cTn id="4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50"/>
                            </p:stCondLst>
                            <p:childTnLst>
                              <p:par>
                                <p:cTn id="5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150"/>
                            </p:stCondLst>
                            <p:childTnLst>
                              <p:par>
                                <p:cTn id="5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450"/>
                            </p:stCondLst>
                            <p:childTnLst>
                              <p:par>
                                <p:cTn id="5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50"/>
                            </p:stCondLst>
                            <p:childTnLst>
                              <p:par>
                                <p:cTn id="6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50"/>
                            </p:stCondLst>
                            <p:childTnLst>
                              <p:par>
                                <p:cTn id="6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/>
      <p:bldP spid="27" grpId="0"/>
      <p:bldP spid="28" grpId="0"/>
      <p:bldP spid="29" grpId="0"/>
      <p:bldP spid="20" grpId="0"/>
      <p:bldP spid="21" grpId="0"/>
      <p:bldP spid="31" grpId="0"/>
      <p:bldP spid="32" grpId="0"/>
      <p:bldP spid="33" grpId="0"/>
      <p:bldP spid="34" grpId="0"/>
      <p:bldP spid="35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67757112-F9F3-4A12-ABB4-65E50A60A8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993579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B2BFBA90-5EFC-4B4E-83CE-33AB4E9F6C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120241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2CC2D319-7C6E-4438-A6C0-ECDC58A8BD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6903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F5C98741-3356-4A9B-BBEA-8E97329A47B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373565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1B1A5D46-3A14-43F9-8E3B-2F184D9C49B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993579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10C598CC-8F4C-4446-A46E-D82B6A4A514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120241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E971D42D-C704-44E3-8121-8C96A4881E9E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6903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E17212DA-975E-406B-881E-08417439BA9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373565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9CBC18C5-77ED-4486-9451-C4D61F858E8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993579" y="517964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3" name="Picture Placeholder 15">
            <a:extLst>
              <a:ext uri="{FF2B5EF4-FFF2-40B4-BE49-F238E27FC236}">
                <a16:creationId xmlns:a16="http://schemas.microsoft.com/office/drawing/2014/main" id="{85CCCA13-73C3-4EAF-8359-B72CF2AAA50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120241" y="517964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4" name="Picture Placeholder 15">
            <a:extLst>
              <a:ext uri="{FF2B5EF4-FFF2-40B4-BE49-F238E27FC236}">
                <a16:creationId xmlns:a16="http://schemas.microsoft.com/office/drawing/2014/main" id="{770BCD2E-423F-47FA-B9E6-571B8C3EF1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46903" y="517964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924598D3-48F4-46A6-82D0-B38BD7C69EB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373565" y="517964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pic>
        <p:nvPicPr>
          <p:cNvPr id="30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85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50"/>
                            </p:stCondLst>
                            <p:childTnLst>
                              <p:par>
                                <p:cTn id="4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50"/>
                            </p:stCondLst>
                            <p:childTnLst>
                              <p:par>
                                <p:cTn id="5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150"/>
                            </p:stCondLst>
                            <p:childTnLst>
                              <p:par>
                                <p:cTn id="5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450"/>
                            </p:stCondLst>
                            <p:childTnLst>
                              <p:par>
                                <p:cTn id="5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50"/>
                            </p:stCondLst>
                            <p:childTnLst>
                              <p:par>
                                <p:cTn id="6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50"/>
                            </p:stCondLst>
                            <p:childTnLst>
                              <p:par>
                                <p:cTn id="6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350"/>
                            </p:stCondLst>
                            <p:childTnLst>
                              <p:par>
                                <p:cTn id="7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/>
      <p:bldP spid="27" grpId="0"/>
      <p:bldP spid="28" grpId="0"/>
      <p:bldP spid="29" grpId="0"/>
      <p:bldP spid="20" grpId="0"/>
      <p:bldP spid="21" grpId="0"/>
      <p:bldP spid="31" grpId="0"/>
      <p:bldP spid="32" grpId="0"/>
      <p:bldP spid="22" grpId="0"/>
      <p:bldP spid="23" grpId="0"/>
      <p:bldP spid="24" grpId="0"/>
      <p:bldP spid="25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67757112-F9F3-4A12-ABB4-65E50A60A8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35875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B2BFBA90-5EFC-4B4E-83CE-33AB4E9F6C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62537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2CC2D319-7C6E-4438-A6C0-ECDC58A8BD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189199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F5C98741-3356-4A9B-BBEA-8E97329A47B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315861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605C5933-312F-4EDF-B859-33345A26537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442523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5F959D4D-F4B8-4381-A12E-7E47A01CC4A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5875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A6697EB4-9BFB-445F-A4DA-8EC222DB67A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062537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7229F5D4-F9B8-42B1-BEBF-07231CB7C1C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89199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6" name="Picture Placeholder 15">
            <a:extLst>
              <a:ext uri="{FF2B5EF4-FFF2-40B4-BE49-F238E27FC236}">
                <a16:creationId xmlns:a16="http://schemas.microsoft.com/office/drawing/2014/main" id="{90C3E021-C522-42B9-BB67-3443783EDEC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315861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483E37C1-29C0-4DF6-8C9D-ACD4375A60C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442523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9" name="Picture Placeholder 15">
            <a:extLst>
              <a:ext uri="{FF2B5EF4-FFF2-40B4-BE49-F238E27FC236}">
                <a16:creationId xmlns:a16="http://schemas.microsoft.com/office/drawing/2014/main" id="{679CB3BD-0359-4E1E-9C63-50685C360F69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062537" y="517964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40" name="Picture Placeholder 15">
            <a:extLst>
              <a:ext uri="{FF2B5EF4-FFF2-40B4-BE49-F238E27FC236}">
                <a16:creationId xmlns:a16="http://schemas.microsoft.com/office/drawing/2014/main" id="{D4B949A1-1972-4871-8A6E-45E28B21F3A4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189199" y="517964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41" name="Picture Placeholder 15">
            <a:extLst>
              <a:ext uri="{FF2B5EF4-FFF2-40B4-BE49-F238E27FC236}">
                <a16:creationId xmlns:a16="http://schemas.microsoft.com/office/drawing/2014/main" id="{F59473B3-A8E4-46E8-ABE1-E7E2D56629B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315861" y="517964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pic>
        <p:nvPicPr>
          <p:cNvPr id="23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665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50"/>
                            </p:stCondLst>
                            <p:childTnLst>
                              <p:par>
                                <p:cTn id="4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50"/>
                            </p:stCondLst>
                            <p:childTnLst>
                              <p:par>
                                <p:cTn id="5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150"/>
                            </p:stCondLst>
                            <p:childTnLst>
                              <p:par>
                                <p:cTn id="5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450"/>
                            </p:stCondLst>
                            <p:childTnLst>
                              <p:par>
                                <p:cTn id="5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50"/>
                            </p:stCondLst>
                            <p:childTnLst>
                              <p:par>
                                <p:cTn id="6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50"/>
                            </p:stCondLst>
                            <p:childTnLst>
                              <p:par>
                                <p:cTn id="6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350"/>
                            </p:stCondLst>
                            <p:childTnLst>
                              <p:par>
                                <p:cTn id="7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650"/>
                            </p:stCondLst>
                            <p:childTnLst>
                              <p:par>
                                <p:cTn id="7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/>
      <p:bldP spid="27" grpId="0"/>
      <p:bldP spid="28" grpId="0"/>
      <p:bldP spid="29" grpId="0"/>
      <p:bldP spid="30" grpId="0"/>
      <p:bldP spid="33" grpId="0"/>
      <p:bldP spid="34" grpId="0"/>
      <p:bldP spid="35" grpId="0"/>
      <p:bldP spid="36" grpId="0"/>
      <p:bldP spid="37" grpId="0"/>
      <p:bldP spid="39" grpId="0"/>
      <p:bldP spid="40" grpId="0"/>
      <p:bldP spid="41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67757112-F9F3-4A12-ABB4-65E50A60A8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35875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B2BFBA90-5EFC-4B4E-83CE-33AB4E9F6C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62537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2CC2D319-7C6E-4438-A6C0-ECDC58A8BD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189199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F5C98741-3356-4A9B-BBEA-8E97329A47B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315861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605C5933-312F-4EDF-B859-33345A26537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442523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5F959D4D-F4B8-4381-A12E-7E47A01CC4A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5875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A6697EB4-9BFB-445F-A4DA-8EC222DB67A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062537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7229F5D4-F9B8-42B1-BEBF-07231CB7C1C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89199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6" name="Picture Placeholder 15">
            <a:extLst>
              <a:ext uri="{FF2B5EF4-FFF2-40B4-BE49-F238E27FC236}">
                <a16:creationId xmlns:a16="http://schemas.microsoft.com/office/drawing/2014/main" id="{90C3E021-C522-42B9-BB67-3443783EDEC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315861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483E37C1-29C0-4DF6-8C9D-ACD4375A60C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442523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9" name="Picture Placeholder 15">
            <a:extLst>
              <a:ext uri="{FF2B5EF4-FFF2-40B4-BE49-F238E27FC236}">
                <a16:creationId xmlns:a16="http://schemas.microsoft.com/office/drawing/2014/main" id="{679CB3BD-0359-4E1E-9C63-50685C360F69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988812" y="517964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40" name="Picture Placeholder 15">
            <a:extLst>
              <a:ext uri="{FF2B5EF4-FFF2-40B4-BE49-F238E27FC236}">
                <a16:creationId xmlns:a16="http://schemas.microsoft.com/office/drawing/2014/main" id="{D4B949A1-1972-4871-8A6E-45E28B21F3A4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115474" y="517964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41" name="Picture Placeholder 15">
            <a:extLst>
              <a:ext uri="{FF2B5EF4-FFF2-40B4-BE49-F238E27FC236}">
                <a16:creationId xmlns:a16="http://schemas.microsoft.com/office/drawing/2014/main" id="{F59473B3-A8E4-46E8-ABE1-E7E2D56629B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42136" y="517964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3" name="Picture Placeholder 15">
            <a:extLst>
              <a:ext uri="{FF2B5EF4-FFF2-40B4-BE49-F238E27FC236}">
                <a16:creationId xmlns:a16="http://schemas.microsoft.com/office/drawing/2014/main" id="{50BD68F5-2885-4493-A27B-05B31EA1E6B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368798" y="517964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pic>
        <p:nvPicPr>
          <p:cNvPr id="24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80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50"/>
                            </p:stCondLst>
                            <p:childTnLst>
                              <p:par>
                                <p:cTn id="4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50"/>
                            </p:stCondLst>
                            <p:childTnLst>
                              <p:par>
                                <p:cTn id="5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150"/>
                            </p:stCondLst>
                            <p:childTnLst>
                              <p:par>
                                <p:cTn id="5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450"/>
                            </p:stCondLst>
                            <p:childTnLst>
                              <p:par>
                                <p:cTn id="5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50"/>
                            </p:stCondLst>
                            <p:childTnLst>
                              <p:par>
                                <p:cTn id="6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50"/>
                            </p:stCondLst>
                            <p:childTnLst>
                              <p:par>
                                <p:cTn id="6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350"/>
                            </p:stCondLst>
                            <p:childTnLst>
                              <p:par>
                                <p:cTn id="7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650"/>
                            </p:stCondLst>
                            <p:childTnLst>
                              <p:par>
                                <p:cTn id="7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950"/>
                            </p:stCondLst>
                            <p:childTnLst>
                              <p:par>
                                <p:cTn id="7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/>
      <p:bldP spid="27" grpId="0"/>
      <p:bldP spid="28" grpId="0"/>
      <p:bldP spid="29" grpId="0"/>
      <p:bldP spid="30" grpId="0"/>
      <p:bldP spid="33" grpId="0"/>
      <p:bldP spid="34" grpId="0"/>
      <p:bldP spid="35" grpId="0"/>
      <p:bldP spid="36" grpId="0"/>
      <p:bldP spid="37" grpId="0"/>
      <p:bldP spid="39" grpId="0"/>
      <p:bldP spid="40" grpId="0"/>
      <p:bldP spid="41" grpId="0"/>
      <p:bldP spid="23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67757112-F9F3-4A12-ABB4-65E50A60A8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35875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B2BFBA90-5EFC-4B4E-83CE-33AB4E9F6C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62537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2CC2D319-7C6E-4438-A6C0-ECDC58A8BD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189199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F5C98741-3356-4A9B-BBEA-8E97329A47B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315861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605C5933-312F-4EDF-B859-33345A26537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442523" y="2312538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5F959D4D-F4B8-4381-A12E-7E47A01CC4A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5875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A6697EB4-9BFB-445F-A4DA-8EC222DB67A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062537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7229F5D4-F9B8-42B1-BEBF-07231CB7C1C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89199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6" name="Picture Placeholder 15">
            <a:extLst>
              <a:ext uri="{FF2B5EF4-FFF2-40B4-BE49-F238E27FC236}">
                <a16:creationId xmlns:a16="http://schemas.microsoft.com/office/drawing/2014/main" id="{90C3E021-C522-42B9-BB67-3443783EDEC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315861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483E37C1-29C0-4DF6-8C9D-ACD4375A60C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442523" y="3746089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4" name="Picture Placeholder 15">
            <a:extLst>
              <a:ext uri="{FF2B5EF4-FFF2-40B4-BE49-F238E27FC236}">
                <a16:creationId xmlns:a16="http://schemas.microsoft.com/office/drawing/2014/main" id="{3CFD01B2-D2AD-4A0E-A8A8-ACE60AA21E8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35875" y="517964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68FF5509-0DBA-412D-846C-F0646E869254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062537" y="517964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F6E29E7A-1FBA-4EEB-9602-BC969DD465B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189199" y="517964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D902BE47-A850-4AE7-81B4-0E9F5F36271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315861" y="517964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38" name="Picture Placeholder 15">
            <a:extLst>
              <a:ext uri="{FF2B5EF4-FFF2-40B4-BE49-F238E27FC236}">
                <a16:creationId xmlns:a16="http://schemas.microsoft.com/office/drawing/2014/main" id="{EDCA96CC-461F-4109-9148-B77002E0740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442523" y="5179640"/>
            <a:ext cx="1832616" cy="104229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pic>
        <p:nvPicPr>
          <p:cNvPr id="39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38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50"/>
                            </p:stCondLst>
                            <p:childTnLst>
                              <p:par>
                                <p:cTn id="4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50"/>
                            </p:stCondLst>
                            <p:childTnLst>
                              <p:par>
                                <p:cTn id="5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150"/>
                            </p:stCondLst>
                            <p:childTnLst>
                              <p:par>
                                <p:cTn id="5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450"/>
                            </p:stCondLst>
                            <p:childTnLst>
                              <p:par>
                                <p:cTn id="5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50"/>
                            </p:stCondLst>
                            <p:childTnLst>
                              <p:par>
                                <p:cTn id="6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50"/>
                            </p:stCondLst>
                            <p:childTnLst>
                              <p:par>
                                <p:cTn id="6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350"/>
                            </p:stCondLst>
                            <p:childTnLst>
                              <p:par>
                                <p:cTn id="7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650"/>
                            </p:stCondLst>
                            <p:childTnLst>
                              <p:par>
                                <p:cTn id="7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950"/>
                            </p:stCondLst>
                            <p:childTnLst>
                              <p:par>
                                <p:cTn id="7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250"/>
                            </p:stCondLst>
                            <p:childTnLst>
                              <p:par>
                                <p:cTn id="8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/>
      <p:bldP spid="27" grpId="0"/>
      <p:bldP spid="28" grpId="0"/>
      <p:bldP spid="29" grpId="0"/>
      <p:bldP spid="30" grpId="0"/>
      <p:bldP spid="33" grpId="0"/>
      <p:bldP spid="34" grpId="0"/>
      <p:bldP spid="35" grpId="0"/>
      <p:bldP spid="36" grpId="0"/>
      <p:bldP spid="37" grpId="0"/>
      <p:bldP spid="24" grpId="0"/>
      <p:bldP spid="25" grpId="0"/>
      <p:bldP spid="31" grpId="0"/>
      <p:bldP spid="32" grpId="0"/>
      <p:bldP spid="38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67757112-F9F3-4A12-ABB4-65E50A60A8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153329" y="1879492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B2BFBA90-5EFC-4B4E-83CE-33AB4E9F6C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79991" y="1879492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2CC2D319-7C6E-4438-A6C0-ECDC58A8BD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406653" y="1879492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F5C98741-3356-4A9B-BBEA-8E97329A47B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533315" y="1879492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9" name="Picture Placeholder 15">
            <a:extLst>
              <a:ext uri="{FF2B5EF4-FFF2-40B4-BE49-F238E27FC236}">
                <a16:creationId xmlns:a16="http://schemas.microsoft.com/office/drawing/2014/main" id="{20C7C94B-BCBB-4C24-A3F0-82CFB4C7C3E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153329" y="3079294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40" name="Picture Placeholder 15">
            <a:extLst>
              <a:ext uri="{FF2B5EF4-FFF2-40B4-BE49-F238E27FC236}">
                <a16:creationId xmlns:a16="http://schemas.microsoft.com/office/drawing/2014/main" id="{57C714F1-F7DD-4F5A-9E05-516531A18F9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79991" y="3079294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41" name="Picture Placeholder 15">
            <a:extLst>
              <a:ext uri="{FF2B5EF4-FFF2-40B4-BE49-F238E27FC236}">
                <a16:creationId xmlns:a16="http://schemas.microsoft.com/office/drawing/2014/main" id="{15DE6C42-AFFF-448D-BC73-D763D565E9C8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06653" y="3079294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42" name="Picture Placeholder 15">
            <a:extLst>
              <a:ext uri="{FF2B5EF4-FFF2-40B4-BE49-F238E27FC236}">
                <a16:creationId xmlns:a16="http://schemas.microsoft.com/office/drawing/2014/main" id="{B556A863-F48B-438B-83D4-B2242EADF96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533315" y="3079294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43" name="Picture Placeholder 15">
            <a:extLst>
              <a:ext uri="{FF2B5EF4-FFF2-40B4-BE49-F238E27FC236}">
                <a16:creationId xmlns:a16="http://schemas.microsoft.com/office/drawing/2014/main" id="{CD1E1DC4-2BBF-4489-B76B-9FDB9F9C08F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153329" y="4279096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44" name="Picture Placeholder 15">
            <a:extLst>
              <a:ext uri="{FF2B5EF4-FFF2-40B4-BE49-F238E27FC236}">
                <a16:creationId xmlns:a16="http://schemas.microsoft.com/office/drawing/2014/main" id="{55FC4F86-0AC9-4F91-B582-0F059152AC0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79991" y="4279096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45" name="Picture Placeholder 15">
            <a:extLst>
              <a:ext uri="{FF2B5EF4-FFF2-40B4-BE49-F238E27FC236}">
                <a16:creationId xmlns:a16="http://schemas.microsoft.com/office/drawing/2014/main" id="{348F8CFD-740B-4958-93D3-0C7276B2A8D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406653" y="4279096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46" name="Picture Placeholder 15">
            <a:extLst>
              <a:ext uri="{FF2B5EF4-FFF2-40B4-BE49-F238E27FC236}">
                <a16:creationId xmlns:a16="http://schemas.microsoft.com/office/drawing/2014/main" id="{17C91250-613D-45B8-9521-ECA7DD39D73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533315" y="4279096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47" name="Picture Placeholder 15">
            <a:extLst>
              <a:ext uri="{FF2B5EF4-FFF2-40B4-BE49-F238E27FC236}">
                <a16:creationId xmlns:a16="http://schemas.microsoft.com/office/drawing/2014/main" id="{6CEF6E0F-3A4F-40E5-904E-66555BFC99E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153329" y="547889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48" name="Picture Placeholder 15">
            <a:extLst>
              <a:ext uri="{FF2B5EF4-FFF2-40B4-BE49-F238E27FC236}">
                <a16:creationId xmlns:a16="http://schemas.microsoft.com/office/drawing/2014/main" id="{3567DFE7-3B6A-42A0-AD2B-CB93AEEF07C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279991" y="547889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49" name="Picture Placeholder 15">
            <a:extLst>
              <a:ext uri="{FF2B5EF4-FFF2-40B4-BE49-F238E27FC236}">
                <a16:creationId xmlns:a16="http://schemas.microsoft.com/office/drawing/2014/main" id="{EDF84E5E-CE8A-43B5-921F-91C5D3CDD827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406653" y="547889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0" name="Picture Placeholder 15">
            <a:extLst>
              <a:ext uri="{FF2B5EF4-FFF2-40B4-BE49-F238E27FC236}">
                <a16:creationId xmlns:a16="http://schemas.microsoft.com/office/drawing/2014/main" id="{D0FBD33F-D3D1-4FE7-BA0A-06BFD4609BF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533315" y="547889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pic>
        <p:nvPicPr>
          <p:cNvPr id="30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426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50"/>
                            </p:stCondLst>
                            <p:childTnLst>
                              <p:par>
                                <p:cTn id="4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50"/>
                            </p:stCondLst>
                            <p:childTnLst>
                              <p:par>
                                <p:cTn id="5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150"/>
                            </p:stCondLst>
                            <p:childTnLst>
                              <p:par>
                                <p:cTn id="5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450"/>
                            </p:stCondLst>
                            <p:childTnLst>
                              <p:par>
                                <p:cTn id="5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50"/>
                            </p:stCondLst>
                            <p:childTnLst>
                              <p:par>
                                <p:cTn id="6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50"/>
                            </p:stCondLst>
                            <p:childTnLst>
                              <p:par>
                                <p:cTn id="6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350"/>
                            </p:stCondLst>
                            <p:childTnLst>
                              <p:par>
                                <p:cTn id="7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650"/>
                            </p:stCondLst>
                            <p:childTnLst>
                              <p:par>
                                <p:cTn id="7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950"/>
                            </p:stCondLst>
                            <p:childTnLst>
                              <p:par>
                                <p:cTn id="7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250"/>
                            </p:stCondLst>
                            <p:childTnLst>
                              <p:par>
                                <p:cTn id="8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550"/>
                            </p:stCondLst>
                            <p:childTnLst>
                              <p:par>
                                <p:cTn id="8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/>
      <p:bldP spid="27" grpId="0"/>
      <p:bldP spid="28" grpId="0"/>
      <p:bldP spid="29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67757112-F9F3-4A12-ABB4-65E50A60A8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93785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B2BFBA90-5EFC-4B4E-83CE-33AB4E9F6C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0447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2CC2D319-7C6E-4438-A6C0-ECDC58A8BD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347109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F5C98741-3356-4A9B-BBEA-8E97329A47B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473771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7031AA8F-6889-405B-BC65-57FE1720078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433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205B43B4-2E3D-4B38-AA77-5A92B035BAAF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93785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3492ED7C-DB2F-4F6A-B669-7E743D05FF4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220447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817DF398-F355-4E7A-8384-F3550AA9638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347109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7CA2C99F-F277-45F8-90CE-FFBE3877C01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473771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50229931-F84B-448E-8D51-193178FCB3D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600433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5" name="Picture Placeholder 15">
            <a:extLst>
              <a:ext uri="{FF2B5EF4-FFF2-40B4-BE49-F238E27FC236}">
                <a16:creationId xmlns:a16="http://schemas.microsoft.com/office/drawing/2014/main" id="{0C1F5EC1-53E5-4172-A35E-9EDCE76AEAF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093785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56" name="Picture Placeholder 15">
            <a:extLst>
              <a:ext uri="{FF2B5EF4-FFF2-40B4-BE49-F238E27FC236}">
                <a16:creationId xmlns:a16="http://schemas.microsoft.com/office/drawing/2014/main" id="{9D17AE8D-153E-4CB1-8D43-790CDACDC1A3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220447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7" name="Picture Placeholder 15">
            <a:extLst>
              <a:ext uri="{FF2B5EF4-FFF2-40B4-BE49-F238E27FC236}">
                <a16:creationId xmlns:a16="http://schemas.microsoft.com/office/drawing/2014/main" id="{61FBF7BC-3CE3-4861-938F-9434575E5B0E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347109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8" name="Picture Placeholder 15">
            <a:extLst>
              <a:ext uri="{FF2B5EF4-FFF2-40B4-BE49-F238E27FC236}">
                <a16:creationId xmlns:a16="http://schemas.microsoft.com/office/drawing/2014/main" id="{597CE939-D903-413D-A5AF-26DB9361E2C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473771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9" name="Picture Placeholder 15">
            <a:extLst>
              <a:ext uri="{FF2B5EF4-FFF2-40B4-BE49-F238E27FC236}">
                <a16:creationId xmlns:a16="http://schemas.microsoft.com/office/drawing/2014/main" id="{6972EB7E-1C46-49DF-9543-00B7B4012CE8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600433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60" name="Picture Placeholder 15">
            <a:extLst>
              <a:ext uri="{FF2B5EF4-FFF2-40B4-BE49-F238E27FC236}">
                <a16:creationId xmlns:a16="http://schemas.microsoft.com/office/drawing/2014/main" id="{BF5684E6-4A7B-4CAC-B776-1A9BBEFCC5C2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279991" y="5471414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61" name="Picture Placeholder 15">
            <a:extLst>
              <a:ext uri="{FF2B5EF4-FFF2-40B4-BE49-F238E27FC236}">
                <a16:creationId xmlns:a16="http://schemas.microsoft.com/office/drawing/2014/main" id="{3912CEE9-3A1B-4CC2-9643-6D7F49F608B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406653" y="5471414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pic>
        <p:nvPicPr>
          <p:cNvPr id="36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38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50"/>
                            </p:stCondLst>
                            <p:childTnLst>
                              <p:par>
                                <p:cTn id="4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50"/>
                            </p:stCondLst>
                            <p:childTnLst>
                              <p:par>
                                <p:cTn id="5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150"/>
                            </p:stCondLst>
                            <p:childTnLst>
                              <p:par>
                                <p:cTn id="5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450"/>
                            </p:stCondLst>
                            <p:childTnLst>
                              <p:par>
                                <p:cTn id="5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50"/>
                            </p:stCondLst>
                            <p:childTnLst>
                              <p:par>
                                <p:cTn id="6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50"/>
                            </p:stCondLst>
                            <p:childTnLst>
                              <p:par>
                                <p:cTn id="6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350"/>
                            </p:stCondLst>
                            <p:childTnLst>
                              <p:par>
                                <p:cTn id="7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650"/>
                            </p:stCondLst>
                            <p:childTnLst>
                              <p:par>
                                <p:cTn id="7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950"/>
                            </p:stCondLst>
                            <p:childTnLst>
                              <p:par>
                                <p:cTn id="7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250"/>
                            </p:stCondLst>
                            <p:childTnLst>
                              <p:par>
                                <p:cTn id="8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550"/>
                            </p:stCondLst>
                            <p:childTnLst>
                              <p:par>
                                <p:cTn id="8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850"/>
                            </p:stCondLst>
                            <p:childTnLst>
                              <p:par>
                                <p:cTn id="9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55" grpId="0"/>
      <p:bldP spid="56" grpId="0"/>
      <p:bldP spid="57" grpId="0"/>
      <p:bldP spid="58" grpId="0"/>
      <p:bldP spid="59" grpId="0"/>
      <p:bldP spid="60" grpId="0"/>
      <p:bldP spid="61" grpId="0"/>
    </p:bldLst>
  </p:timing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67757112-F9F3-4A12-ABB4-65E50A60A8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93785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B2BFBA90-5EFC-4B4E-83CE-33AB4E9F6C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0447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2CC2D319-7C6E-4438-A6C0-ECDC58A8BD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347109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F5C98741-3356-4A9B-BBEA-8E97329A47B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473771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7031AA8F-6889-405B-BC65-57FE1720078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433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205B43B4-2E3D-4B38-AA77-5A92B035BAAF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93785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3492ED7C-DB2F-4F6A-B669-7E743D05FF4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220447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817DF398-F355-4E7A-8384-F3550AA9638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347109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7CA2C99F-F277-45F8-90CE-FFBE3877C01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473771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50229931-F84B-448E-8D51-193178FCB3D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600433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5" name="Picture Placeholder 15">
            <a:extLst>
              <a:ext uri="{FF2B5EF4-FFF2-40B4-BE49-F238E27FC236}">
                <a16:creationId xmlns:a16="http://schemas.microsoft.com/office/drawing/2014/main" id="{0C1F5EC1-53E5-4172-A35E-9EDCE76AEAF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093785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56" name="Picture Placeholder 15">
            <a:extLst>
              <a:ext uri="{FF2B5EF4-FFF2-40B4-BE49-F238E27FC236}">
                <a16:creationId xmlns:a16="http://schemas.microsoft.com/office/drawing/2014/main" id="{9D17AE8D-153E-4CB1-8D43-790CDACDC1A3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220447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7" name="Picture Placeholder 15">
            <a:extLst>
              <a:ext uri="{FF2B5EF4-FFF2-40B4-BE49-F238E27FC236}">
                <a16:creationId xmlns:a16="http://schemas.microsoft.com/office/drawing/2014/main" id="{61FBF7BC-3CE3-4861-938F-9434575E5B0E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347109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8" name="Picture Placeholder 15">
            <a:extLst>
              <a:ext uri="{FF2B5EF4-FFF2-40B4-BE49-F238E27FC236}">
                <a16:creationId xmlns:a16="http://schemas.microsoft.com/office/drawing/2014/main" id="{597CE939-D903-413D-A5AF-26DB9361E2C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473771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9" name="Picture Placeholder 15">
            <a:extLst>
              <a:ext uri="{FF2B5EF4-FFF2-40B4-BE49-F238E27FC236}">
                <a16:creationId xmlns:a16="http://schemas.microsoft.com/office/drawing/2014/main" id="{6972EB7E-1C46-49DF-9543-00B7B4012CE8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600433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60" name="Picture Placeholder 15">
            <a:extLst>
              <a:ext uri="{FF2B5EF4-FFF2-40B4-BE49-F238E27FC236}">
                <a16:creationId xmlns:a16="http://schemas.microsoft.com/office/drawing/2014/main" id="{BF5684E6-4A7B-4CAC-B776-1A9BBEFCC5C2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211785" y="5471414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61" name="Picture Placeholder 15">
            <a:extLst>
              <a:ext uri="{FF2B5EF4-FFF2-40B4-BE49-F238E27FC236}">
                <a16:creationId xmlns:a16="http://schemas.microsoft.com/office/drawing/2014/main" id="{3912CEE9-3A1B-4CC2-9643-6D7F49F608B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5338447" y="5471414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9" name="Picture Placeholder 15">
            <a:extLst>
              <a:ext uri="{FF2B5EF4-FFF2-40B4-BE49-F238E27FC236}">
                <a16:creationId xmlns:a16="http://schemas.microsoft.com/office/drawing/2014/main" id="{C7EA9091-3F4E-4CE3-8A32-910077C3C27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473771" y="5471414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pic>
        <p:nvPicPr>
          <p:cNvPr id="36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53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50"/>
                            </p:stCondLst>
                            <p:childTnLst>
                              <p:par>
                                <p:cTn id="4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50"/>
                            </p:stCondLst>
                            <p:childTnLst>
                              <p:par>
                                <p:cTn id="5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150"/>
                            </p:stCondLst>
                            <p:childTnLst>
                              <p:par>
                                <p:cTn id="5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450"/>
                            </p:stCondLst>
                            <p:childTnLst>
                              <p:par>
                                <p:cTn id="5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50"/>
                            </p:stCondLst>
                            <p:childTnLst>
                              <p:par>
                                <p:cTn id="6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50"/>
                            </p:stCondLst>
                            <p:childTnLst>
                              <p:par>
                                <p:cTn id="6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350"/>
                            </p:stCondLst>
                            <p:childTnLst>
                              <p:par>
                                <p:cTn id="7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650"/>
                            </p:stCondLst>
                            <p:childTnLst>
                              <p:par>
                                <p:cTn id="7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950"/>
                            </p:stCondLst>
                            <p:childTnLst>
                              <p:par>
                                <p:cTn id="7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250"/>
                            </p:stCondLst>
                            <p:childTnLst>
                              <p:par>
                                <p:cTn id="8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550"/>
                            </p:stCondLst>
                            <p:childTnLst>
                              <p:par>
                                <p:cTn id="8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850"/>
                            </p:stCondLst>
                            <p:childTnLst>
                              <p:par>
                                <p:cTn id="9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150"/>
                            </p:stCondLst>
                            <p:childTnLst>
                              <p:par>
                                <p:cTn id="9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39" grpId="0"/>
    </p:bldLst>
  </p:timing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67757112-F9F3-4A12-ABB4-65E50A60A8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93785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B2BFBA90-5EFC-4B4E-83CE-33AB4E9F6C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0447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2CC2D319-7C6E-4438-A6C0-ECDC58A8BD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347109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F5C98741-3356-4A9B-BBEA-8E97329A47B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473771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7031AA8F-6889-405B-BC65-57FE1720078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433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205B43B4-2E3D-4B38-AA77-5A92B035BAAF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93785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3492ED7C-DB2F-4F6A-B669-7E743D05FF4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220447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817DF398-F355-4E7A-8384-F3550AA9638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347109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7CA2C99F-F277-45F8-90CE-FFBE3877C01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473771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50229931-F84B-448E-8D51-193178FCB3D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600433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5" name="Picture Placeholder 15">
            <a:extLst>
              <a:ext uri="{FF2B5EF4-FFF2-40B4-BE49-F238E27FC236}">
                <a16:creationId xmlns:a16="http://schemas.microsoft.com/office/drawing/2014/main" id="{0C1F5EC1-53E5-4172-A35E-9EDCE76AEAF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093785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56" name="Picture Placeholder 15">
            <a:extLst>
              <a:ext uri="{FF2B5EF4-FFF2-40B4-BE49-F238E27FC236}">
                <a16:creationId xmlns:a16="http://schemas.microsoft.com/office/drawing/2014/main" id="{9D17AE8D-153E-4CB1-8D43-790CDACDC1A3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220447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7" name="Picture Placeholder 15">
            <a:extLst>
              <a:ext uri="{FF2B5EF4-FFF2-40B4-BE49-F238E27FC236}">
                <a16:creationId xmlns:a16="http://schemas.microsoft.com/office/drawing/2014/main" id="{61FBF7BC-3CE3-4861-938F-9434575E5B0E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347109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8" name="Picture Placeholder 15">
            <a:extLst>
              <a:ext uri="{FF2B5EF4-FFF2-40B4-BE49-F238E27FC236}">
                <a16:creationId xmlns:a16="http://schemas.microsoft.com/office/drawing/2014/main" id="{597CE939-D903-413D-A5AF-26DB9361E2C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473771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9" name="Picture Placeholder 15">
            <a:extLst>
              <a:ext uri="{FF2B5EF4-FFF2-40B4-BE49-F238E27FC236}">
                <a16:creationId xmlns:a16="http://schemas.microsoft.com/office/drawing/2014/main" id="{6972EB7E-1C46-49DF-9543-00B7B4012CE8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600433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60" name="Picture Placeholder 15">
            <a:extLst>
              <a:ext uri="{FF2B5EF4-FFF2-40B4-BE49-F238E27FC236}">
                <a16:creationId xmlns:a16="http://schemas.microsoft.com/office/drawing/2014/main" id="{BF5684E6-4A7B-4CAC-B776-1A9BBEFCC5C2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118554" y="5471414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61" name="Picture Placeholder 15">
            <a:extLst>
              <a:ext uri="{FF2B5EF4-FFF2-40B4-BE49-F238E27FC236}">
                <a16:creationId xmlns:a16="http://schemas.microsoft.com/office/drawing/2014/main" id="{3912CEE9-3A1B-4CC2-9643-6D7F49F608B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253878" y="5471414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9" name="Picture Placeholder 15">
            <a:extLst>
              <a:ext uri="{FF2B5EF4-FFF2-40B4-BE49-F238E27FC236}">
                <a16:creationId xmlns:a16="http://schemas.microsoft.com/office/drawing/2014/main" id="{C7EA9091-3F4E-4CE3-8A32-910077C3C27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389202" y="5471414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40" name="Picture Placeholder 15">
            <a:extLst>
              <a:ext uri="{FF2B5EF4-FFF2-40B4-BE49-F238E27FC236}">
                <a16:creationId xmlns:a16="http://schemas.microsoft.com/office/drawing/2014/main" id="{D711A59A-286B-437E-B586-07E4DF2CB8F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524526" y="5471414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pic>
        <p:nvPicPr>
          <p:cNvPr id="36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433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50"/>
                            </p:stCondLst>
                            <p:childTnLst>
                              <p:par>
                                <p:cTn id="4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50"/>
                            </p:stCondLst>
                            <p:childTnLst>
                              <p:par>
                                <p:cTn id="5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150"/>
                            </p:stCondLst>
                            <p:childTnLst>
                              <p:par>
                                <p:cTn id="5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450"/>
                            </p:stCondLst>
                            <p:childTnLst>
                              <p:par>
                                <p:cTn id="5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50"/>
                            </p:stCondLst>
                            <p:childTnLst>
                              <p:par>
                                <p:cTn id="6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50"/>
                            </p:stCondLst>
                            <p:childTnLst>
                              <p:par>
                                <p:cTn id="6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350"/>
                            </p:stCondLst>
                            <p:childTnLst>
                              <p:par>
                                <p:cTn id="7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650"/>
                            </p:stCondLst>
                            <p:childTnLst>
                              <p:par>
                                <p:cTn id="7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950"/>
                            </p:stCondLst>
                            <p:childTnLst>
                              <p:par>
                                <p:cTn id="7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250"/>
                            </p:stCondLst>
                            <p:childTnLst>
                              <p:par>
                                <p:cTn id="8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550"/>
                            </p:stCondLst>
                            <p:childTnLst>
                              <p:par>
                                <p:cTn id="8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850"/>
                            </p:stCondLst>
                            <p:childTnLst>
                              <p:par>
                                <p:cTn id="9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150"/>
                            </p:stCondLst>
                            <p:childTnLst>
                              <p:par>
                                <p:cTn id="9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6450"/>
                            </p:stCondLst>
                            <p:childTnLst>
                              <p:par>
                                <p:cTn id="9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39" grpId="0"/>
      <p:bldP spid="40" grpId="0"/>
    </p:bldLst>
  </p:timing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67757112-F9F3-4A12-ABB4-65E50A60A8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93785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B2BFBA90-5EFC-4B4E-83CE-33AB4E9F6C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0447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2CC2D319-7C6E-4438-A6C0-ECDC58A8BD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347109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F5C98741-3356-4A9B-BBEA-8E97329A47B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473771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7031AA8F-6889-405B-BC65-57FE1720078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433" y="201453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205B43B4-2E3D-4B38-AA77-5A92B035BAAF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93785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3492ED7C-DB2F-4F6A-B669-7E743D05FF4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220447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817DF398-F355-4E7A-8384-F3550AA9638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347109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7CA2C99F-F277-45F8-90CE-FFBE3877C01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473771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50229931-F84B-448E-8D51-193178FCB3D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600433" y="316750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5" name="Picture Placeholder 15">
            <a:extLst>
              <a:ext uri="{FF2B5EF4-FFF2-40B4-BE49-F238E27FC236}">
                <a16:creationId xmlns:a16="http://schemas.microsoft.com/office/drawing/2014/main" id="{0C1F5EC1-53E5-4172-A35E-9EDCE76AEAF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093785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56" name="Picture Placeholder 15">
            <a:extLst>
              <a:ext uri="{FF2B5EF4-FFF2-40B4-BE49-F238E27FC236}">
                <a16:creationId xmlns:a16="http://schemas.microsoft.com/office/drawing/2014/main" id="{9D17AE8D-153E-4CB1-8D43-790CDACDC1A3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220447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7" name="Picture Placeholder 15">
            <a:extLst>
              <a:ext uri="{FF2B5EF4-FFF2-40B4-BE49-F238E27FC236}">
                <a16:creationId xmlns:a16="http://schemas.microsoft.com/office/drawing/2014/main" id="{61FBF7BC-3CE3-4861-938F-9434575E5B0E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347109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8" name="Picture Placeholder 15">
            <a:extLst>
              <a:ext uri="{FF2B5EF4-FFF2-40B4-BE49-F238E27FC236}">
                <a16:creationId xmlns:a16="http://schemas.microsoft.com/office/drawing/2014/main" id="{597CE939-D903-413D-A5AF-26DB9361E2C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473771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59" name="Picture Placeholder 15">
            <a:extLst>
              <a:ext uri="{FF2B5EF4-FFF2-40B4-BE49-F238E27FC236}">
                <a16:creationId xmlns:a16="http://schemas.microsoft.com/office/drawing/2014/main" id="{6972EB7E-1C46-49DF-9543-00B7B4012CE8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600433" y="4320483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6" name="Picture Placeholder 15">
            <a:extLst>
              <a:ext uri="{FF2B5EF4-FFF2-40B4-BE49-F238E27FC236}">
                <a16:creationId xmlns:a16="http://schemas.microsoft.com/office/drawing/2014/main" id="{B57A171A-716A-4803-BED9-28373FA2B3C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093785" y="547345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/>
          </a:p>
        </p:txBody>
      </p: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A37D1F02-0E0E-47DB-A390-599C1D7667B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220447" y="547345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38" name="Picture Placeholder 15">
            <a:extLst>
              <a:ext uri="{FF2B5EF4-FFF2-40B4-BE49-F238E27FC236}">
                <a16:creationId xmlns:a16="http://schemas.microsoft.com/office/drawing/2014/main" id="{88B9CC1C-0E09-477A-9A6C-B377DBC0A7A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347109" y="547345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41" name="Picture Placeholder 15">
            <a:extLst>
              <a:ext uri="{FF2B5EF4-FFF2-40B4-BE49-F238E27FC236}">
                <a16:creationId xmlns:a16="http://schemas.microsoft.com/office/drawing/2014/main" id="{6EC31FAF-26D2-4354-B5A8-167B2B6C70D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7473771" y="547345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sp>
        <p:nvSpPr>
          <p:cNvPr id="42" name="Picture Placeholder 15">
            <a:extLst>
              <a:ext uri="{FF2B5EF4-FFF2-40B4-BE49-F238E27FC236}">
                <a16:creationId xmlns:a16="http://schemas.microsoft.com/office/drawing/2014/main" id="{5ECC4100-190A-48E2-8AC7-3A48D3A44B24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9600433" y="5473458"/>
            <a:ext cx="1522808" cy="866091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ID" dirty="0"/>
          </a:p>
        </p:txBody>
      </p:sp>
      <p:pic>
        <p:nvPicPr>
          <p:cNvPr id="39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24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50"/>
                            </p:stCondLst>
                            <p:childTnLst>
                              <p:par>
                                <p:cTn id="4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50"/>
                            </p:stCondLst>
                            <p:childTnLst>
                              <p:par>
                                <p:cTn id="5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150"/>
                            </p:stCondLst>
                            <p:childTnLst>
                              <p:par>
                                <p:cTn id="5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450"/>
                            </p:stCondLst>
                            <p:childTnLst>
                              <p:par>
                                <p:cTn id="5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50"/>
                            </p:stCondLst>
                            <p:childTnLst>
                              <p:par>
                                <p:cTn id="6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50"/>
                            </p:stCondLst>
                            <p:childTnLst>
                              <p:par>
                                <p:cTn id="6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350"/>
                            </p:stCondLst>
                            <p:childTnLst>
                              <p:par>
                                <p:cTn id="7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650"/>
                            </p:stCondLst>
                            <p:childTnLst>
                              <p:par>
                                <p:cTn id="7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950"/>
                            </p:stCondLst>
                            <p:childTnLst>
                              <p:par>
                                <p:cTn id="7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250"/>
                            </p:stCondLst>
                            <p:childTnLst>
                              <p:par>
                                <p:cTn id="8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550"/>
                            </p:stCondLst>
                            <p:childTnLst>
                              <p:par>
                                <p:cTn id="8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850"/>
                            </p:stCondLst>
                            <p:childTnLst>
                              <p:par>
                                <p:cTn id="9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150"/>
                            </p:stCondLst>
                            <p:childTnLst>
                              <p:par>
                                <p:cTn id="9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6450"/>
                            </p:stCondLst>
                            <p:childTnLst>
                              <p:par>
                                <p:cTn id="9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750"/>
                            </p:stCondLst>
                            <p:childTnLst>
                              <p:par>
                                <p:cTn id="10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55" grpId="0"/>
      <p:bldP spid="56" grpId="0"/>
      <p:bldP spid="57" grpId="0"/>
      <p:bldP spid="58" grpId="0"/>
      <p:bldP spid="59" grpId="0"/>
      <p:bldP spid="36" grpId="0"/>
      <p:bldP spid="37" grpId="0"/>
      <p:bldP spid="38" grpId="0"/>
      <p:bldP spid="41" grpId="0"/>
      <p:bldP spid="42" grpId="0"/>
    </p:bldLst>
  </p:timing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815D8D-A6BF-4338-8C8C-874CDDA10F23}"/>
              </a:ext>
            </a:extLst>
          </p:cNvPr>
          <p:cNvSpPr/>
          <p:nvPr userDrawn="1"/>
        </p:nvSpPr>
        <p:spPr>
          <a:xfrm>
            <a:off x="0" y="2445026"/>
            <a:ext cx="12192000" cy="4412972"/>
          </a:xfrm>
          <a:prstGeom prst="rect">
            <a:avLst/>
          </a:prstGeom>
          <a:gradFill>
            <a:gsLst>
              <a:gs pos="100000">
                <a:schemeClr val="tx2">
                  <a:lumMod val="50000"/>
                </a:schemeClr>
              </a:gs>
              <a:gs pos="0">
                <a:schemeClr val="tx2">
                  <a:lumMod val="7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STORY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EFA3E4D6-4928-466D-99EA-0CF28CFADB5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769704" y="1927797"/>
            <a:ext cx="6652592" cy="3865440"/>
          </a:xfrm>
          <a:effectLst>
            <a:outerShdw dist="38100" dir="2700000" algn="tl" rotWithShape="0">
              <a:prstClr val="black">
                <a:alpha val="64000"/>
              </a:prstClr>
            </a:outerShdw>
          </a:effectLst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3" name="Text Placeholder 33">
            <a:extLst>
              <a:ext uri="{FF2B5EF4-FFF2-40B4-BE49-F238E27FC236}">
                <a16:creationId xmlns:a16="http://schemas.microsoft.com/office/drawing/2014/main" id="{99A181D6-17AD-4C79-B1C1-DDBE8CF3FC3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703984" y="5793235"/>
            <a:ext cx="4784034" cy="550413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</a:t>
            </a:r>
            <a:endParaRPr lang="en-ID" dirty="0"/>
          </a:p>
        </p:txBody>
      </p:sp>
      <p:pic>
        <p:nvPicPr>
          <p:cNvPr id="15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19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50"/>
                            </p:stCondLst>
                            <p:childTnLst>
                              <p:par>
                                <p:cTn id="3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/>
      <p:bldP spid="23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" fill="hold"/>
                        <p:tgtEl>
                          <p:spTgt spid="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50" fill="hold"/>
                        <p:tgtEl>
                          <p:spTgt spid="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5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815D8D-A6BF-4338-8C8C-874CDDA10F23}"/>
              </a:ext>
            </a:extLst>
          </p:cNvPr>
          <p:cNvSpPr/>
          <p:nvPr userDrawn="1"/>
        </p:nvSpPr>
        <p:spPr>
          <a:xfrm>
            <a:off x="0" y="2445026"/>
            <a:ext cx="12192000" cy="4412972"/>
          </a:xfrm>
          <a:prstGeom prst="rect">
            <a:avLst/>
          </a:prstGeom>
          <a:gradFill>
            <a:gsLst>
              <a:gs pos="100000">
                <a:schemeClr val="tx2">
                  <a:lumMod val="50000"/>
                </a:schemeClr>
              </a:gs>
              <a:gs pos="0">
                <a:schemeClr val="tx2">
                  <a:lumMod val="7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STORY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Picture Placeholder 73">
            <a:extLst>
              <a:ext uri="{FF2B5EF4-FFF2-40B4-BE49-F238E27FC236}">
                <a16:creationId xmlns:a16="http://schemas.microsoft.com/office/drawing/2014/main" id="{87DA4AD5-3B3D-4994-BE5E-22E1636A620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52700" y="1650065"/>
            <a:ext cx="6391313" cy="4149520"/>
          </a:xfrm>
          <a:custGeom>
            <a:avLst/>
            <a:gdLst>
              <a:gd name="connsiteX0" fmla="*/ 1437312 w 6391313"/>
              <a:gd name="connsiteY0" fmla="*/ 0 h 4274960"/>
              <a:gd name="connsiteX1" fmla="*/ 6057474 w 6391313"/>
              <a:gd name="connsiteY1" fmla="*/ 0 h 4274960"/>
              <a:gd name="connsiteX2" fmla="*/ 5990206 w 6391313"/>
              <a:gd name="connsiteY2" fmla="*/ 7475 h 4274960"/>
              <a:gd name="connsiteX3" fmla="*/ 5935077 w 6391313"/>
              <a:gd name="connsiteY3" fmla="*/ 25522 h 4274960"/>
              <a:gd name="connsiteX4" fmla="*/ 5917957 w 6391313"/>
              <a:gd name="connsiteY4" fmla="*/ 34893 h 4274960"/>
              <a:gd name="connsiteX5" fmla="*/ 5909119 w 6391313"/>
              <a:gd name="connsiteY5" fmla="*/ 38247 h 4274960"/>
              <a:gd name="connsiteX6" fmla="*/ 5901187 w 6391313"/>
              <a:gd name="connsiteY6" fmla="*/ 44072 h 4274960"/>
              <a:gd name="connsiteX7" fmla="*/ 5884381 w 6391313"/>
              <a:gd name="connsiteY7" fmla="*/ 53271 h 4274960"/>
              <a:gd name="connsiteX8" fmla="*/ 5799885 w 6391313"/>
              <a:gd name="connsiteY8" fmla="*/ 133905 h 4274960"/>
              <a:gd name="connsiteX9" fmla="*/ 5794310 w 6391313"/>
              <a:gd name="connsiteY9" fmla="*/ 144616 h 4274960"/>
              <a:gd name="connsiteX10" fmla="*/ 5782937 w 6391313"/>
              <a:gd name="connsiteY10" fmla="*/ 158579 h 4274960"/>
              <a:gd name="connsiteX11" fmla="*/ 5743921 w 6391313"/>
              <a:gd name="connsiteY11" fmla="*/ 241430 h 4274960"/>
              <a:gd name="connsiteX12" fmla="*/ 5743912 w 6391313"/>
              <a:gd name="connsiteY12" fmla="*/ 241447 h 4274960"/>
              <a:gd name="connsiteX13" fmla="*/ 5723655 w 6391313"/>
              <a:gd name="connsiteY13" fmla="*/ 367967 h 4274960"/>
              <a:gd name="connsiteX14" fmla="*/ 5723655 w 6391313"/>
              <a:gd name="connsiteY14" fmla="*/ 367968 h 4274960"/>
              <a:gd name="connsiteX15" fmla="*/ 5743912 w 6391313"/>
              <a:gd name="connsiteY15" fmla="*/ 241448 h 4274960"/>
              <a:gd name="connsiteX16" fmla="*/ 5743921 w 6391313"/>
              <a:gd name="connsiteY16" fmla="*/ 241430 h 4274960"/>
              <a:gd name="connsiteX17" fmla="*/ 5794310 w 6391313"/>
              <a:gd name="connsiteY17" fmla="*/ 144616 h 4274960"/>
              <a:gd name="connsiteX18" fmla="*/ 5839018 w 6391313"/>
              <a:gd name="connsiteY18" fmla="*/ 89730 h 4274960"/>
              <a:gd name="connsiteX19" fmla="*/ 5901187 w 6391313"/>
              <a:gd name="connsiteY19" fmla="*/ 44072 h 4274960"/>
              <a:gd name="connsiteX20" fmla="*/ 5917957 w 6391313"/>
              <a:gd name="connsiteY20" fmla="*/ 34893 h 4274960"/>
              <a:gd name="connsiteX21" fmla="*/ 5990206 w 6391313"/>
              <a:gd name="connsiteY21" fmla="*/ 7476 h 4274960"/>
              <a:gd name="connsiteX22" fmla="*/ 6057474 w 6391313"/>
              <a:gd name="connsiteY22" fmla="*/ 1 h 4274960"/>
              <a:gd name="connsiteX23" fmla="*/ 6057494 w 6391313"/>
              <a:gd name="connsiteY23" fmla="*/ 1 h 4274960"/>
              <a:gd name="connsiteX24" fmla="*/ 6124762 w 6391313"/>
              <a:gd name="connsiteY24" fmla="*/ 7476 h 4274960"/>
              <a:gd name="connsiteX25" fmla="*/ 6391313 w 6391313"/>
              <a:gd name="connsiteY25" fmla="*/ 367968 h 4274960"/>
              <a:gd name="connsiteX26" fmla="*/ 6384531 w 6391313"/>
              <a:gd name="connsiteY26" fmla="*/ 442126 h 4274960"/>
              <a:gd name="connsiteX27" fmla="*/ 6381486 w 6391313"/>
              <a:gd name="connsiteY27" fmla="*/ 452939 h 4274960"/>
              <a:gd name="connsiteX28" fmla="*/ 6360390 w 6391313"/>
              <a:gd name="connsiteY28" fmla="*/ 520719 h 4274960"/>
              <a:gd name="connsiteX29" fmla="*/ 6360389 w 6391313"/>
              <a:gd name="connsiteY29" fmla="*/ 520721 h 4274960"/>
              <a:gd name="connsiteX30" fmla="*/ 5279955 w 6391313"/>
              <a:gd name="connsiteY30" fmla="*/ 3992162 h 4274960"/>
              <a:gd name="connsiteX31" fmla="*/ 5257384 w 6391313"/>
              <a:gd name="connsiteY31" fmla="*/ 4064684 h 4274960"/>
              <a:gd name="connsiteX32" fmla="*/ 5231621 w 6391313"/>
              <a:gd name="connsiteY32" fmla="*/ 4117001 h 4274960"/>
              <a:gd name="connsiteX33" fmla="*/ 5022083 w 6391313"/>
              <a:gd name="connsiteY33" fmla="*/ 4271759 h 4274960"/>
              <a:gd name="connsiteX34" fmla="*/ 4993275 w 6391313"/>
              <a:gd name="connsiteY34" fmla="*/ 4274960 h 4274960"/>
              <a:gd name="connsiteX35" fmla="*/ 4916335 w 6391313"/>
              <a:gd name="connsiteY35" fmla="*/ 4274960 h 4274960"/>
              <a:gd name="connsiteX36" fmla="*/ 372299 w 6391313"/>
              <a:gd name="connsiteY36" fmla="*/ 4274960 h 4274960"/>
              <a:gd name="connsiteX37" fmla="*/ 295359 w 6391313"/>
              <a:gd name="connsiteY37" fmla="*/ 4274960 h 4274960"/>
              <a:gd name="connsiteX38" fmla="*/ 266551 w 6391313"/>
              <a:gd name="connsiteY38" fmla="*/ 4271759 h 4274960"/>
              <a:gd name="connsiteX39" fmla="*/ 0 w 6391313"/>
              <a:gd name="connsiteY39" fmla="*/ 3911267 h 4274960"/>
              <a:gd name="connsiteX40" fmla="*/ 6782 w 6391313"/>
              <a:gd name="connsiteY40" fmla="*/ 3837109 h 4274960"/>
              <a:gd name="connsiteX41" fmla="*/ 12908 w 6391313"/>
              <a:gd name="connsiteY41" fmla="*/ 3815357 h 4274960"/>
              <a:gd name="connsiteX42" fmla="*/ 30043 w 6391313"/>
              <a:gd name="connsiteY42" fmla="*/ 3760304 h 4274960"/>
              <a:gd name="connsiteX43" fmla="*/ 1122776 w 6391313"/>
              <a:gd name="connsiteY43" fmla="*/ 249348 h 4274960"/>
              <a:gd name="connsiteX44" fmla="*/ 1110255 w 6391313"/>
              <a:gd name="connsiteY44" fmla="*/ 293809 h 4274960"/>
              <a:gd name="connsiteX45" fmla="*/ 1103473 w 6391313"/>
              <a:gd name="connsiteY45" fmla="*/ 367967 h 4274960"/>
              <a:gd name="connsiteX46" fmla="*/ 1103473 w 6391313"/>
              <a:gd name="connsiteY46" fmla="*/ 367968 h 4274960"/>
              <a:gd name="connsiteX47" fmla="*/ 1110255 w 6391313"/>
              <a:gd name="connsiteY47" fmla="*/ 293810 h 4274960"/>
              <a:gd name="connsiteX48" fmla="*/ 1122776 w 6391313"/>
              <a:gd name="connsiteY48" fmla="*/ 249349 h 4274960"/>
              <a:gd name="connsiteX49" fmla="*/ 1131688 w 6391313"/>
              <a:gd name="connsiteY49" fmla="*/ 220716 h 4274960"/>
              <a:gd name="connsiteX50" fmla="*/ 1160486 w 6391313"/>
              <a:gd name="connsiteY50" fmla="*/ 162234 h 4274960"/>
              <a:gd name="connsiteX51" fmla="*/ 1370024 w 6391313"/>
              <a:gd name="connsiteY51" fmla="*/ 7476 h 4274960"/>
              <a:gd name="connsiteX52" fmla="*/ 1437292 w 6391313"/>
              <a:gd name="connsiteY52" fmla="*/ 1 h 4274960"/>
              <a:gd name="connsiteX53" fmla="*/ 1437312 w 6391313"/>
              <a:gd name="connsiteY53" fmla="*/ 1 h 4274960"/>
              <a:gd name="connsiteX54" fmla="*/ 1504580 w 6391313"/>
              <a:gd name="connsiteY54" fmla="*/ 7476 h 4274960"/>
              <a:gd name="connsiteX55" fmla="*/ 1576830 w 6391313"/>
              <a:gd name="connsiteY55" fmla="*/ 34893 h 4274960"/>
              <a:gd name="connsiteX56" fmla="*/ 1593599 w 6391313"/>
              <a:gd name="connsiteY56" fmla="*/ 44072 h 4274960"/>
              <a:gd name="connsiteX57" fmla="*/ 1655769 w 6391313"/>
              <a:gd name="connsiteY57" fmla="*/ 89730 h 4274960"/>
              <a:gd name="connsiteX58" fmla="*/ 1700475 w 6391313"/>
              <a:gd name="connsiteY58" fmla="*/ 144615 h 4274960"/>
              <a:gd name="connsiteX59" fmla="*/ 1750870 w 6391313"/>
              <a:gd name="connsiteY59" fmla="*/ 241438 h 4274960"/>
              <a:gd name="connsiteX60" fmla="*/ 1750875 w 6391313"/>
              <a:gd name="connsiteY60" fmla="*/ 241448 h 4274960"/>
              <a:gd name="connsiteX61" fmla="*/ 1771131 w 6391313"/>
              <a:gd name="connsiteY61" fmla="*/ 367968 h 4274960"/>
              <a:gd name="connsiteX62" fmla="*/ 1771131 w 6391313"/>
              <a:gd name="connsiteY62" fmla="*/ 367967 h 4274960"/>
              <a:gd name="connsiteX63" fmla="*/ 1750875 w 6391313"/>
              <a:gd name="connsiteY63" fmla="*/ 241447 h 4274960"/>
              <a:gd name="connsiteX64" fmla="*/ 1750870 w 6391313"/>
              <a:gd name="connsiteY64" fmla="*/ 241438 h 4274960"/>
              <a:gd name="connsiteX65" fmla="*/ 1711850 w 6391313"/>
              <a:gd name="connsiteY65" fmla="*/ 158578 h 4274960"/>
              <a:gd name="connsiteX66" fmla="*/ 1700475 w 6391313"/>
              <a:gd name="connsiteY66" fmla="*/ 144615 h 4274960"/>
              <a:gd name="connsiteX67" fmla="*/ 1694901 w 6391313"/>
              <a:gd name="connsiteY67" fmla="*/ 133905 h 4274960"/>
              <a:gd name="connsiteX68" fmla="*/ 1610405 w 6391313"/>
              <a:gd name="connsiteY68" fmla="*/ 53270 h 4274960"/>
              <a:gd name="connsiteX69" fmla="*/ 1593599 w 6391313"/>
              <a:gd name="connsiteY69" fmla="*/ 44072 h 4274960"/>
              <a:gd name="connsiteX70" fmla="*/ 1585667 w 6391313"/>
              <a:gd name="connsiteY70" fmla="*/ 38246 h 4274960"/>
              <a:gd name="connsiteX71" fmla="*/ 1576830 w 6391313"/>
              <a:gd name="connsiteY71" fmla="*/ 34893 h 4274960"/>
              <a:gd name="connsiteX72" fmla="*/ 1559709 w 6391313"/>
              <a:gd name="connsiteY72" fmla="*/ 25522 h 4274960"/>
              <a:gd name="connsiteX73" fmla="*/ 1504580 w 6391313"/>
              <a:gd name="connsiteY73" fmla="*/ 7475 h 427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6391313" h="4274960">
                <a:moveTo>
                  <a:pt x="1437312" y="0"/>
                </a:moveTo>
                <a:lnTo>
                  <a:pt x="6057474" y="0"/>
                </a:lnTo>
                <a:lnTo>
                  <a:pt x="5990206" y="7475"/>
                </a:lnTo>
                <a:cubicBezTo>
                  <a:pt x="5971191" y="11764"/>
                  <a:pt x="5952765" y="17834"/>
                  <a:pt x="5935077" y="25522"/>
                </a:cubicBezTo>
                <a:lnTo>
                  <a:pt x="5917957" y="34893"/>
                </a:lnTo>
                <a:lnTo>
                  <a:pt x="5909119" y="38247"/>
                </a:lnTo>
                <a:lnTo>
                  <a:pt x="5901187" y="44072"/>
                </a:lnTo>
                <a:lnTo>
                  <a:pt x="5884381" y="53271"/>
                </a:lnTo>
                <a:cubicBezTo>
                  <a:pt x="5852262" y="74783"/>
                  <a:pt x="5823696" y="102101"/>
                  <a:pt x="5799885" y="133905"/>
                </a:cubicBezTo>
                <a:lnTo>
                  <a:pt x="5794310" y="144616"/>
                </a:lnTo>
                <a:lnTo>
                  <a:pt x="5782937" y="158579"/>
                </a:lnTo>
                <a:lnTo>
                  <a:pt x="5743921" y="241430"/>
                </a:lnTo>
                <a:lnTo>
                  <a:pt x="5743912" y="241447"/>
                </a:lnTo>
                <a:cubicBezTo>
                  <a:pt x="5730807" y="280898"/>
                  <a:pt x="5723655" y="323512"/>
                  <a:pt x="5723655" y="367967"/>
                </a:cubicBezTo>
                <a:lnTo>
                  <a:pt x="5723655" y="367968"/>
                </a:lnTo>
                <a:lnTo>
                  <a:pt x="5743912" y="241448"/>
                </a:lnTo>
                <a:lnTo>
                  <a:pt x="5743921" y="241430"/>
                </a:lnTo>
                <a:lnTo>
                  <a:pt x="5794310" y="144616"/>
                </a:lnTo>
                <a:lnTo>
                  <a:pt x="5839018" y="89730"/>
                </a:lnTo>
                <a:lnTo>
                  <a:pt x="5901187" y="44072"/>
                </a:lnTo>
                <a:lnTo>
                  <a:pt x="5917957" y="34893"/>
                </a:lnTo>
                <a:lnTo>
                  <a:pt x="5990206" y="7476"/>
                </a:lnTo>
                <a:lnTo>
                  <a:pt x="6057474" y="1"/>
                </a:lnTo>
                <a:lnTo>
                  <a:pt x="6057494" y="1"/>
                </a:lnTo>
                <a:lnTo>
                  <a:pt x="6124762" y="7476"/>
                </a:lnTo>
                <a:cubicBezTo>
                  <a:pt x="6276883" y="41787"/>
                  <a:pt x="6391313" y="190147"/>
                  <a:pt x="6391313" y="367968"/>
                </a:cubicBezTo>
                <a:cubicBezTo>
                  <a:pt x="6391313" y="393371"/>
                  <a:pt x="6388978" y="418173"/>
                  <a:pt x="6384531" y="442126"/>
                </a:cubicBezTo>
                <a:lnTo>
                  <a:pt x="6381486" y="452939"/>
                </a:lnTo>
                <a:lnTo>
                  <a:pt x="6360390" y="520719"/>
                </a:lnTo>
                <a:lnTo>
                  <a:pt x="6360389" y="520721"/>
                </a:lnTo>
                <a:lnTo>
                  <a:pt x="5279955" y="3992162"/>
                </a:lnTo>
                <a:lnTo>
                  <a:pt x="5257384" y="4064684"/>
                </a:lnTo>
                <a:lnTo>
                  <a:pt x="5231621" y="4117001"/>
                </a:lnTo>
                <a:cubicBezTo>
                  <a:pt x="5183628" y="4195306"/>
                  <a:pt x="5109009" y="4252152"/>
                  <a:pt x="5022083" y="4271759"/>
                </a:cubicBezTo>
                <a:lnTo>
                  <a:pt x="4993275" y="4274960"/>
                </a:lnTo>
                <a:lnTo>
                  <a:pt x="4916335" y="4274960"/>
                </a:lnTo>
                <a:lnTo>
                  <a:pt x="372299" y="4274960"/>
                </a:lnTo>
                <a:lnTo>
                  <a:pt x="295359" y="4274960"/>
                </a:lnTo>
                <a:lnTo>
                  <a:pt x="266551" y="4271759"/>
                </a:lnTo>
                <a:cubicBezTo>
                  <a:pt x="114431" y="4237448"/>
                  <a:pt x="0" y="4089088"/>
                  <a:pt x="0" y="3911267"/>
                </a:cubicBezTo>
                <a:cubicBezTo>
                  <a:pt x="0" y="3885864"/>
                  <a:pt x="2335" y="3861062"/>
                  <a:pt x="6782" y="3837109"/>
                </a:cubicBezTo>
                <a:lnTo>
                  <a:pt x="12908" y="3815357"/>
                </a:lnTo>
                <a:lnTo>
                  <a:pt x="30043" y="3760304"/>
                </a:lnTo>
                <a:lnTo>
                  <a:pt x="1122776" y="249348"/>
                </a:lnTo>
                <a:lnTo>
                  <a:pt x="1110255" y="293809"/>
                </a:lnTo>
                <a:cubicBezTo>
                  <a:pt x="1105808" y="317762"/>
                  <a:pt x="1103473" y="342564"/>
                  <a:pt x="1103473" y="367967"/>
                </a:cubicBezTo>
                <a:lnTo>
                  <a:pt x="1103473" y="367968"/>
                </a:lnTo>
                <a:lnTo>
                  <a:pt x="1110255" y="293810"/>
                </a:lnTo>
                <a:lnTo>
                  <a:pt x="1122776" y="249349"/>
                </a:lnTo>
                <a:lnTo>
                  <a:pt x="1131688" y="220716"/>
                </a:lnTo>
                <a:lnTo>
                  <a:pt x="1160486" y="162234"/>
                </a:lnTo>
                <a:cubicBezTo>
                  <a:pt x="1208479" y="83930"/>
                  <a:pt x="1283098" y="27083"/>
                  <a:pt x="1370024" y="7476"/>
                </a:cubicBezTo>
                <a:lnTo>
                  <a:pt x="1437292" y="1"/>
                </a:lnTo>
                <a:lnTo>
                  <a:pt x="1437312" y="1"/>
                </a:lnTo>
                <a:lnTo>
                  <a:pt x="1504580" y="7476"/>
                </a:lnTo>
                <a:lnTo>
                  <a:pt x="1576830" y="34893"/>
                </a:lnTo>
                <a:lnTo>
                  <a:pt x="1593599" y="44072"/>
                </a:lnTo>
                <a:lnTo>
                  <a:pt x="1655769" y="89730"/>
                </a:lnTo>
                <a:lnTo>
                  <a:pt x="1700475" y="144615"/>
                </a:lnTo>
                <a:lnTo>
                  <a:pt x="1750870" y="241438"/>
                </a:lnTo>
                <a:lnTo>
                  <a:pt x="1750875" y="241448"/>
                </a:lnTo>
                <a:lnTo>
                  <a:pt x="1771131" y="367968"/>
                </a:lnTo>
                <a:lnTo>
                  <a:pt x="1771131" y="367967"/>
                </a:lnTo>
                <a:cubicBezTo>
                  <a:pt x="1771131" y="323511"/>
                  <a:pt x="1763979" y="280898"/>
                  <a:pt x="1750875" y="241447"/>
                </a:cubicBezTo>
                <a:lnTo>
                  <a:pt x="1750870" y="241438"/>
                </a:lnTo>
                <a:lnTo>
                  <a:pt x="1711850" y="158578"/>
                </a:lnTo>
                <a:lnTo>
                  <a:pt x="1700475" y="144615"/>
                </a:lnTo>
                <a:lnTo>
                  <a:pt x="1694901" y="133905"/>
                </a:lnTo>
                <a:cubicBezTo>
                  <a:pt x="1671090" y="102102"/>
                  <a:pt x="1642525" y="74783"/>
                  <a:pt x="1610405" y="53270"/>
                </a:cubicBezTo>
                <a:lnTo>
                  <a:pt x="1593599" y="44072"/>
                </a:lnTo>
                <a:lnTo>
                  <a:pt x="1585667" y="38246"/>
                </a:lnTo>
                <a:lnTo>
                  <a:pt x="1576830" y="34893"/>
                </a:lnTo>
                <a:lnTo>
                  <a:pt x="1559709" y="25522"/>
                </a:lnTo>
                <a:cubicBezTo>
                  <a:pt x="1542022" y="17835"/>
                  <a:pt x="1523595" y="11764"/>
                  <a:pt x="1504580" y="7475"/>
                </a:cubicBezTo>
                <a:close/>
              </a:path>
            </a:pathLst>
          </a:custGeom>
          <a:solidFill>
            <a:schemeClr val="bg1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23" name="Text Placeholder 33">
            <a:extLst>
              <a:ext uri="{FF2B5EF4-FFF2-40B4-BE49-F238E27FC236}">
                <a16:creationId xmlns:a16="http://schemas.microsoft.com/office/drawing/2014/main" id="{99A181D6-17AD-4C79-B1C1-DDBE8CF3FC3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703984" y="5793235"/>
            <a:ext cx="4784034" cy="550413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</a:t>
            </a:r>
            <a:endParaRPr lang="en-ID" dirty="0"/>
          </a:p>
        </p:txBody>
      </p:sp>
      <p:sp>
        <p:nvSpPr>
          <p:cNvPr id="55" name="Freeform: Shape 54" hidden="1">
            <a:extLst>
              <a:ext uri="{FF2B5EF4-FFF2-40B4-BE49-F238E27FC236}">
                <a16:creationId xmlns:a16="http://schemas.microsoft.com/office/drawing/2014/main" id="{AF5259EF-DE34-427B-AB7C-3E0F15CBDED0}"/>
              </a:ext>
            </a:extLst>
          </p:cNvPr>
          <p:cNvSpPr/>
          <p:nvPr userDrawn="1"/>
        </p:nvSpPr>
        <p:spPr>
          <a:xfrm>
            <a:off x="8157224" y="5539146"/>
            <a:ext cx="22571" cy="65794"/>
          </a:xfrm>
          <a:custGeom>
            <a:avLst/>
            <a:gdLst>
              <a:gd name="connsiteX0" fmla="*/ 22571 w 22571"/>
              <a:gd name="connsiteY0" fmla="*/ 0 h 65794"/>
              <a:gd name="connsiteX1" fmla="*/ 5016 w 22571"/>
              <a:gd name="connsiteY1" fmla="*/ 56551 h 65794"/>
              <a:gd name="connsiteX2" fmla="*/ 0 w 22571"/>
              <a:gd name="connsiteY2" fmla="*/ 65794 h 65794"/>
              <a:gd name="connsiteX3" fmla="*/ 22571 w 22571"/>
              <a:gd name="connsiteY3" fmla="*/ 0 h 65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71" h="65794">
                <a:moveTo>
                  <a:pt x="22571" y="0"/>
                </a:moveTo>
                <a:lnTo>
                  <a:pt x="5016" y="56551"/>
                </a:lnTo>
                <a:lnTo>
                  <a:pt x="0" y="65794"/>
                </a:lnTo>
                <a:lnTo>
                  <a:pt x="22571" y="0"/>
                </a:lnTo>
                <a:close/>
              </a:path>
            </a:pathLst>
          </a:cu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3" name="Picture Placeholder 82">
            <a:extLst>
              <a:ext uri="{FF2B5EF4-FFF2-40B4-BE49-F238E27FC236}">
                <a16:creationId xmlns:a16="http://schemas.microsoft.com/office/drawing/2014/main" id="{3FB32A6E-16A4-4DC2-800D-5A5ACD450B8B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023890" y="1905970"/>
            <a:ext cx="3168110" cy="3689612"/>
          </a:xfrm>
          <a:custGeom>
            <a:avLst/>
            <a:gdLst>
              <a:gd name="connsiteX0" fmla="*/ 1437312 w 3563014"/>
              <a:gd name="connsiteY0" fmla="*/ 0 h 4274960"/>
              <a:gd name="connsiteX1" fmla="*/ 3563014 w 3563014"/>
              <a:gd name="connsiteY1" fmla="*/ 0 h 4274960"/>
              <a:gd name="connsiteX2" fmla="*/ 3563014 w 3563014"/>
              <a:gd name="connsiteY2" fmla="*/ 4274960 h 4274960"/>
              <a:gd name="connsiteX3" fmla="*/ 372299 w 3563014"/>
              <a:gd name="connsiteY3" fmla="*/ 4274960 h 4274960"/>
              <a:gd name="connsiteX4" fmla="*/ 295359 w 3563014"/>
              <a:gd name="connsiteY4" fmla="*/ 4274960 h 4274960"/>
              <a:gd name="connsiteX5" fmla="*/ 266551 w 3563014"/>
              <a:gd name="connsiteY5" fmla="*/ 4271759 h 4274960"/>
              <a:gd name="connsiteX6" fmla="*/ 0 w 3563014"/>
              <a:gd name="connsiteY6" fmla="*/ 3911267 h 4274960"/>
              <a:gd name="connsiteX7" fmla="*/ 6782 w 3563014"/>
              <a:gd name="connsiteY7" fmla="*/ 3837109 h 4274960"/>
              <a:gd name="connsiteX8" fmla="*/ 12908 w 3563014"/>
              <a:gd name="connsiteY8" fmla="*/ 3815357 h 4274960"/>
              <a:gd name="connsiteX9" fmla="*/ 30043 w 3563014"/>
              <a:gd name="connsiteY9" fmla="*/ 3760304 h 4274960"/>
              <a:gd name="connsiteX10" fmla="*/ 1122776 w 3563014"/>
              <a:gd name="connsiteY10" fmla="*/ 249348 h 4274960"/>
              <a:gd name="connsiteX11" fmla="*/ 1110255 w 3563014"/>
              <a:gd name="connsiteY11" fmla="*/ 293809 h 4274960"/>
              <a:gd name="connsiteX12" fmla="*/ 1103473 w 3563014"/>
              <a:gd name="connsiteY12" fmla="*/ 367967 h 4274960"/>
              <a:gd name="connsiteX13" fmla="*/ 1103473 w 3563014"/>
              <a:gd name="connsiteY13" fmla="*/ 367968 h 4274960"/>
              <a:gd name="connsiteX14" fmla="*/ 1110255 w 3563014"/>
              <a:gd name="connsiteY14" fmla="*/ 293810 h 4274960"/>
              <a:gd name="connsiteX15" fmla="*/ 1122776 w 3563014"/>
              <a:gd name="connsiteY15" fmla="*/ 249349 h 4274960"/>
              <a:gd name="connsiteX16" fmla="*/ 1131688 w 3563014"/>
              <a:gd name="connsiteY16" fmla="*/ 220716 h 4274960"/>
              <a:gd name="connsiteX17" fmla="*/ 1160486 w 3563014"/>
              <a:gd name="connsiteY17" fmla="*/ 162234 h 4274960"/>
              <a:gd name="connsiteX18" fmla="*/ 1370024 w 3563014"/>
              <a:gd name="connsiteY18" fmla="*/ 7476 h 4274960"/>
              <a:gd name="connsiteX19" fmla="*/ 1437292 w 3563014"/>
              <a:gd name="connsiteY19" fmla="*/ 1 h 4274960"/>
              <a:gd name="connsiteX20" fmla="*/ 1437312 w 3563014"/>
              <a:gd name="connsiteY20" fmla="*/ 1 h 4274960"/>
              <a:gd name="connsiteX21" fmla="*/ 1504580 w 3563014"/>
              <a:gd name="connsiteY21" fmla="*/ 7476 h 4274960"/>
              <a:gd name="connsiteX22" fmla="*/ 1576830 w 3563014"/>
              <a:gd name="connsiteY22" fmla="*/ 34893 h 4274960"/>
              <a:gd name="connsiteX23" fmla="*/ 1593599 w 3563014"/>
              <a:gd name="connsiteY23" fmla="*/ 44072 h 4274960"/>
              <a:gd name="connsiteX24" fmla="*/ 1655769 w 3563014"/>
              <a:gd name="connsiteY24" fmla="*/ 89730 h 4274960"/>
              <a:gd name="connsiteX25" fmla="*/ 1700475 w 3563014"/>
              <a:gd name="connsiteY25" fmla="*/ 144615 h 4274960"/>
              <a:gd name="connsiteX26" fmla="*/ 1750870 w 3563014"/>
              <a:gd name="connsiteY26" fmla="*/ 241438 h 4274960"/>
              <a:gd name="connsiteX27" fmla="*/ 1750875 w 3563014"/>
              <a:gd name="connsiteY27" fmla="*/ 241448 h 4274960"/>
              <a:gd name="connsiteX28" fmla="*/ 1771131 w 3563014"/>
              <a:gd name="connsiteY28" fmla="*/ 367968 h 4274960"/>
              <a:gd name="connsiteX29" fmla="*/ 1771131 w 3563014"/>
              <a:gd name="connsiteY29" fmla="*/ 367967 h 4274960"/>
              <a:gd name="connsiteX30" fmla="*/ 1750875 w 3563014"/>
              <a:gd name="connsiteY30" fmla="*/ 241447 h 4274960"/>
              <a:gd name="connsiteX31" fmla="*/ 1750870 w 3563014"/>
              <a:gd name="connsiteY31" fmla="*/ 241438 h 4274960"/>
              <a:gd name="connsiteX32" fmla="*/ 1711850 w 3563014"/>
              <a:gd name="connsiteY32" fmla="*/ 158579 h 4274960"/>
              <a:gd name="connsiteX33" fmla="*/ 1700475 w 3563014"/>
              <a:gd name="connsiteY33" fmla="*/ 144615 h 4274960"/>
              <a:gd name="connsiteX34" fmla="*/ 1694901 w 3563014"/>
              <a:gd name="connsiteY34" fmla="*/ 133905 h 4274960"/>
              <a:gd name="connsiteX35" fmla="*/ 1610405 w 3563014"/>
              <a:gd name="connsiteY35" fmla="*/ 53270 h 4274960"/>
              <a:gd name="connsiteX36" fmla="*/ 1593599 w 3563014"/>
              <a:gd name="connsiteY36" fmla="*/ 44072 h 4274960"/>
              <a:gd name="connsiteX37" fmla="*/ 1585667 w 3563014"/>
              <a:gd name="connsiteY37" fmla="*/ 38247 h 4274960"/>
              <a:gd name="connsiteX38" fmla="*/ 1576830 w 3563014"/>
              <a:gd name="connsiteY38" fmla="*/ 34893 h 4274960"/>
              <a:gd name="connsiteX39" fmla="*/ 1559709 w 3563014"/>
              <a:gd name="connsiteY39" fmla="*/ 25522 h 4274960"/>
              <a:gd name="connsiteX40" fmla="*/ 1504580 w 3563014"/>
              <a:gd name="connsiteY40" fmla="*/ 7475 h 427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563014" h="4274960">
                <a:moveTo>
                  <a:pt x="1437312" y="0"/>
                </a:moveTo>
                <a:lnTo>
                  <a:pt x="3563014" y="0"/>
                </a:lnTo>
                <a:lnTo>
                  <a:pt x="3563014" y="4274960"/>
                </a:lnTo>
                <a:lnTo>
                  <a:pt x="372299" y="4274960"/>
                </a:lnTo>
                <a:lnTo>
                  <a:pt x="295359" y="4274960"/>
                </a:lnTo>
                <a:lnTo>
                  <a:pt x="266551" y="4271759"/>
                </a:lnTo>
                <a:cubicBezTo>
                  <a:pt x="114431" y="4237448"/>
                  <a:pt x="0" y="4089088"/>
                  <a:pt x="0" y="3911267"/>
                </a:cubicBezTo>
                <a:cubicBezTo>
                  <a:pt x="0" y="3885864"/>
                  <a:pt x="2335" y="3861062"/>
                  <a:pt x="6782" y="3837109"/>
                </a:cubicBezTo>
                <a:lnTo>
                  <a:pt x="12908" y="3815357"/>
                </a:lnTo>
                <a:lnTo>
                  <a:pt x="30043" y="3760304"/>
                </a:lnTo>
                <a:lnTo>
                  <a:pt x="1122776" y="249348"/>
                </a:lnTo>
                <a:lnTo>
                  <a:pt x="1110255" y="293809"/>
                </a:lnTo>
                <a:cubicBezTo>
                  <a:pt x="1105808" y="317762"/>
                  <a:pt x="1103473" y="342564"/>
                  <a:pt x="1103473" y="367967"/>
                </a:cubicBezTo>
                <a:lnTo>
                  <a:pt x="1103473" y="367968"/>
                </a:lnTo>
                <a:lnTo>
                  <a:pt x="1110255" y="293810"/>
                </a:lnTo>
                <a:lnTo>
                  <a:pt x="1122776" y="249349"/>
                </a:lnTo>
                <a:lnTo>
                  <a:pt x="1131688" y="220716"/>
                </a:lnTo>
                <a:lnTo>
                  <a:pt x="1160486" y="162234"/>
                </a:lnTo>
                <a:cubicBezTo>
                  <a:pt x="1208479" y="83930"/>
                  <a:pt x="1283098" y="27083"/>
                  <a:pt x="1370024" y="7476"/>
                </a:cubicBezTo>
                <a:lnTo>
                  <a:pt x="1437292" y="1"/>
                </a:lnTo>
                <a:lnTo>
                  <a:pt x="1437312" y="1"/>
                </a:lnTo>
                <a:lnTo>
                  <a:pt x="1504580" y="7476"/>
                </a:lnTo>
                <a:lnTo>
                  <a:pt x="1576830" y="34893"/>
                </a:lnTo>
                <a:lnTo>
                  <a:pt x="1593599" y="44072"/>
                </a:lnTo>
                <a:lnTo>
                  <a:pt x="1655769" y="89730"/>
                </a:lnTo>
                <a:lnTo>
                  <a:pt x="1700475" y="144615"/>
                </a:lnTo>
                <a:lnTo>
                  <a:pt x="1750870" y="241438"/>
                </a:lnTo>
                <a:lnTo>
                  <a:pt x="1750875" y="241448"/>
                </a:lnTo>
                <a:lnTo>
                  <a:pt x="1771131" y="367968"/>
                </a:lnTo>
                <a:lnTo>
                  <a:pt x="1771131" y="367967"/>
                </a:lnTo>
                <a:cubicBezTo>
                  <a:pt x="1771131" y="323511"/>
                  <a:pt x="1763979" y="280898"/>
                  <a:pt x="1750875" y="241447"/>
                </a:cubicBezTo>
                <a:lnTo>
                  <a:pt x="1750870" y="241438"/>
                </a:lnTo>
                <a:lnTo>
                  <a:pt x="1711850" y="158579"/>
                </a:lnTo>
                <a:lnTo>
                  <a:pt x="1700475" y="144615"/>
                </a:lnTo>
                <a:lnTo>
                  <a:pt x="1694901" y="133905"/>
                </a:lnTo>
                <a:cubicBezTo>
                  <a:pt x="1671090" y="102102"/>
                  <a:pt x="1642525" y="74783"/>
                  <a:pt x="1610405" y="53270"/>
                </a:cubicBezTo>
                <a:lnTo>
                  <a:pt x="1593599" y="44072"/>
                </a:lnTo>
                <a:lnTo>
                  <a:pt x="1585667" y="38247"/>
                </a:lnTo>
                <a:lnTo>
                  <a:pt x="1576830" y="34893"/>
                </a:lnTo>
                <a:lnTo>
                  <a:pt x="1559709" y="25522"/>
                </a:lnTo>
                <a:cubicBezTo>
                  <a:pt x="1542022" y="17835"/>
                  <a:pt x="1523595" y="11764"/>
                  <a:pt x="1504580" y="7475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6" name="Picture Placeholder 85">
            <a:extLst>
              <a:ext uri="{FF2B5EF4-FFF2-40B4-BE49-F238E27FC236}">
                <a16:creationId xmlns:a16="http://schemas.microsoft.com/office/drawing/2014/main" id="{0D9224E8-4307-49D5-A3CD-B2D06B90416B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0" y="1905970"/>
            <a:ext cx="3056646" cy="3689612"/>
          </a:xfrm>
          <a:custGeom>
            <a:avLst/>
            <a:gdLst>
              <a:gd name="connsiteX0" fmla="*/ 0 w 3437657"/>
              <a:gd name="connsiteY0" fmla="*/ 0 h 4274960"/>
              <a:gd name="connsiteX1" fmla="*/ 3103818 w 3437657"/>
              <a:gd name="connsiteY1" fmla="*/ 0 h 4274960"/>
              <a:gd name="connsiteX2" fmla="*/ 3036550 w 3437657"/>
              <a:gd name="connsiteY2" fmla="*/ 7475 h 4274960"/>
              <a:gd name="connsiteX3" fmla="*/ 2981422 w 3437657"/>
              <a:gd name="connsiteY3" fmla="*/ 25522 h 4274960"/>
              <a:gd name="connsiteX4" fmla="*/ 2964302 w 3437657"/>
              <a:gd name="connsiteY4" fmla="*/ 34893 h 4274960"/>
              <a:gd name="connsiteX5" fmla="*/ 2955463 w 3437657"/>
              <a:gd name="connsiteY5" fmla="*/ 38247 h 4274960"/>
              <a:gd name="connsiteX6" fmla="*/ 2947531 w 3437657"/>
              <a:gd name="connsiteY6" fmla="*/ 44072 h 4274960"/>
              <a:gd name="connsiteX7" fmla="*/ 2930726 w 3437657"/>
              <a:gd name="connsiteY7" fmla="*/ 53271 h 4274960"/>
              <a:gd name="connsiteX8" fmla="*/ 2846229 w 3437657"/>
              <a:gd name="connsiteY8" fmla="*/ 133905 h 4274960"/>
              <a:gd name="connsiteX9" fmla="*/ 2840654 w 3437657"/>
              <a:gd name="connsiteY9" fmla="*/ 144617 h 4274960"/>
              <a:gd name="connsiteX10" fmla="*/ 2829281 w 3437657"/>
              <a:gd name="connsiteY10" fmla="*/ 158579 h 4274960"/>
              <a:gd name="connsiteX11" fmla="*/ 2790265 w 3437657"/>
              <a:gd name="connsiteY11" fmla="*/ 241429 h 4274960"/>
              <a:gd name="connsiteX12" fmla="*/ 2790256 w 3437657"/>
              <a:gd name="connsiteY12" fmla="*/ 241447 h 4274960"/>
              <a:gd name="connsiteX13" fmla="*/ 2769999 w 3437657"/>
              <a:gd name="connsiteY13" fmla="*/ 367967 h 4274960"/>
              <a:gd name="connsiteX14" fmla="*/ 2769999 w 3437657"/>
              <a:gd name="connsiteY14" fmla="*/ 367968 h 4274960"/>
              <a:gd name="connsiteX15" fmla="*/ 2790256 w 3437657"/>
              <a:gd name="connsiteY15" fmla="*/ 241448 h 4274960"/>
              <a:gd name="connsiteX16" fmla="*/ 2790265 w 3437657"/>
              <a:gd name="connsiteY16" fmla="*/ 241429 h 4274960"/>
              <a:gd name="connsiteX17" fmla="*/ 2840654 w 3437657"/>
              <a:gd name="connsiteY17" fmla="*/ 144617 h 4274960"/>
              <a:gd name="connsiteX18" fmla="*/ 2885362 w 3437657"/>
              <a:gd name="connsiteY18" fmla="*/ 89730 h 4274960"/>
              <a:gd name="connsiteX19" fmla="*/ 2947531 w 3437657"/>
              <a:gd name="connsiteY19" fmla="*/ 44072 h 4274960"/>
              <a:gd name="connsiteX20" fmla="*/ 2964302 w 3437657"/>
              <a:gd name="connsiteY20" fmla="*/ 34893 h 4274960"/>
              <a:gd name="connsiteX21" fmla="*/ 3036550 w 3437657"/>
              <a:gd name="connsiteY21" fmla="*/ 7476 h 4274960"/>
              <a:gd name="connsiteX22" fmla="*/ 3103818 w 3437657"/>
              <a:gd name="connsiteY22" fmla="*/ 1 h 4274960"/>
              <a:gd name="connsiteX23" fmla="*/ 3103838 w 3437657"/>
              <a:gd name="connsiteY23" fmla="*/ 1 h 4274960"/>
              <a:gd name="connsiteX24" fmla="*/ 3171106 w 3437657"/>
              <a:gd name="connsiteY24" fmla="*/ 7476 h 4274960"/>
              <a:gd name="connsiteX25" fmla="*/ 3437657 w 3437657"/>
              <a:gd name="connsiteY25" fmla="*/ 367968 h 4274960"/>
              <a:gd name="connsiteX26" fmla="*/ 3430875 w 3437657"/>
              <a:gd name="connsiteY26" fmla="*/ 442126 h 4274960"/>
              <a:gd name="connsiteX27" fmla="*/ 3427830 w 3437657"/>
              <a:gd name="connsiteY27" fmla="*/ 452939 h 4274960"/>
              <a:gd name="connsiteX28" fmla="*/ 3406734 w 3437657"/>
              <a:gd name="connsiteY28" fmla="*/ 520719 h 4274960"/>
              <a:gd name="connsiteX29" fmla="*/ 3406733 w 3437657"/>
              <a:gd name="connsiteY29" fmla="*/ 520721 h 4274960"/>
              <a:gd name="connsiteX30" fmla="*/ 2326299 w 3437657"/>
              <a:gd name="connsiteY30" fmla="*/ 3992162 h 4274960"/>
              <a:gd name="connsiteX31" fmla="*/ 2303728 w 3437657"/>
              <a:gd name="connsiteY31" fmla="*/ 4064684 h 4274960"/>
              <a:gd name="connsiteX32" fmla="*/ 2277965 w 3437657"/>
              <a:gd name="connsiteY32" fmla="*/ 4117001 h 4274960"/>
              <a:gd name="connsiteX33" fmla="*/ 2068427 w 3437657"/>
              <a:gd name="connsiteY33" fmla="*/ 4271759 h 4274960"/>
              <a:gd name="connsiteX34" fmla="*/ 2039619 w 3437657"/>
              <a:gd name="connsiteY34" fmla="*/ 4274960 h 4274960"/>
              <a:gd name="connsiteX35" fmla="*/ 1962679 w 3437657"/>
              <a:gd name="connsiteY35" fmla="*/ 4274960 h 4274960"/>
              <a:gd name="connsiteX36" fmla="*/ 0 w 3437657"/>
              <a:gd name="connsiteY36" fmla="*/ 4274960 h 427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37657" h="4274960">
                <a:moveTo>
                  <a:pt x="0" y="0"/>
                </a:moveTo>
                <a:lnTo>
                  <a:pt x="3103818" y="0"/>
                </a:lnTo>
                <a:lnTo>
                  <a:pt x="3036550" y="7475"/>
                </a:lnTo>
                <a:cubicBezTo>
                  <a:pt x="3017535" y="11764"/>
                  <a:pt x="2999109" y="17835"/>
                  <a:pt x="2981422" y="25522"/>
                </a:cubicBezTo>
                <a:lnTo>
                  <a:pt x="2964302" y="34893"/>
                </a:lnTo>
                <a:lnTo>
                  <a:pt x="2955463" y="38247"/>
                </a:lnTo>
                <a:lnTo>
                  <a:pt x="2947531" y="44072"/>
                </a:lnTo>
                <a:lnTo>
                  <a:pt x="2930726" y="53271"/>
                </a:lnTo>
                <a:cubicBezTo>
                  <a:pt x="2898606" y="74783"/>
                  <a:pt x="2870041" y="102101"/>
                  <a:pt x="2846229" y="133905"/>
                </a:cubicBezTo>
                <a:lnTo>
                  <a:pt x="2840654" y="144617"/>
                </a:lnTo>
                <a:lnTo>
                  <a:pt x="2829281" y="158579"/>
                </a:lnTo>
                <a:lnTo>
                  <a:pt x="2790265" y="241429"/>
                </a:lnTo>
                <a:lnTo>
                  <a:pt x="2790256" y="241447"/>
                </a:lnTo>
                <a:cubicBezTo>
                  <a:pt x="2777151" y="280898"/>
                  <a:pt x="2769999" y="323512"/>
                  <a:pt x="2769999" y="367967"/>
                </a:cubicBezTo>
                <a:lnTo>
                  <a:pt x="2769999" y="367968"/>
                </a:lnTo>
                <a:lnTo>
                  <a:pt x="2790256" y="241448"/>
                </a:lnTo>
                <a:lnTo>
                  <a:pt x="2790265" y="241429"/>
                </a:lnTo>
                <a:lnTo>
                  <a:pt x="2840654" y="144617"/>
                </a:lnTo>
                <a:lnTo>
                  <a:pt x="2885362" y="89730"/>
                </a:lnTo>
                <a:lnTo>
                  <a:pt x="2947531" y="44072"/>
                </a:lnTo>
                <a:lnTo>
                  <a:pt x="2964302" y="34893"/>
                </a:lnTo>
                <a:lnTo>
                  <a:pt x="3036550" y="7476"/>
                </a:lnTo>
                <a:lnTo>
                  <a:pt x="3103818" y="1"/>
                </a:lnTo>
                <a:lnTo>
                  <a:pt x="3103838" y="1"/>
                </a:lnTo>
                <a:lnTo>
                  <a:pt x="3171106" y="7476"/>
                </a:lnTo>
                <a:cubicBezTo>
                  <a:pt x="3323227" y="41787"/>
                  <a:pt x="3437657" y="190147"/>
                  <a:pt x="3437657" y="367968"/>
                </a:cubicBezTo>
                <a:cubicBezTo>
                  <a:pt x="3437657" y="393371"/>
                  <a:pt x="3435322" y="418173"/>
                  <a:pt x="3430875" y="442126"/>
                </a:cubicBezTo>
                <a:lnTo>
                  <a:pt x="3427830" y="452939"/>
                </a:lnTo>
                <a:lnTo>
                  <a:pt x="3406734" y="520719"/>
                </a:lnTo>
                <a:lnTo>
                  <a:pt x="3406733" y="520721"/>
                </a:lnTo>
                <a:lnTo>
                  <a:pt x="2326299" y="3992162"/>
                </a:lnTo>
                <a:lnTo>
                  <a:pt x="2303728" y="4064684"/>
                </a:lnTo>
                <a:lnTo>
                  <a:pt x="2277965" y="4117001"/>
                </a:lnTo>
                <a:cubicBezTo>
                  <a:pt x="2229972" y="4195306"/>
                  <a:pt x="2155353" y="4252152"/>
                  <a:pt x="2068427" y="4271759"/>
                </a:cubicBezTo>
                <a:lnTo>
                  <a:pt x="2039619" y="4274960"/>
                </a:lnTo>
                <a:lnTo>
                  <a:pt x="1962679" y="4274960"/>
                </a:lnTo>
                <a:lnTo>
                  <a:pt x="0" y="427496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ID"/>
          </a:p>
        </p:txBody>
      </p:sp>
      <p:pic>
        <p:nvPicPr>
          <p:cNvPr id="16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8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5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0"/>
                            </p:stCondLst>
                            <p:childTnLst>
                              <p:par>
                                <p:cTn id="4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animBg="1"/>
      <p:bldP spid="23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" fill="hold"/>
                        <p:tgtEl>
                          <p:spTgt spid="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50" fill="hold"/>
                        <p:tgtEl>
                          <p:spTgt spid="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5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/>
      <p:bldP spid="86" grpId="0"/>
    </p:bldLst>
  </p:timing>
  <p:extLst>
    <p:ext uri="{DCECCB84-F9BA-43D5-87BE-67443E8EF086}">
      <p15:sldGuideLst xmlns:p15="http://schemas.microsoft.com/office/powerpoint/2012/main"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0D2CB70-02B9-484B-9E64-90FF26F91361}"/>
              </a:ext>
            </a:extLst>
          </p:cNvPr>
          <p:cNvSpPr/>
          <p:nvPr userDrawn="1"/>
        </p:nvSpPr>
        <p:spPr>
          <a:xfrm>
            <a:off x="1283407" y="2397981"/>
            <a:ext cx="9626038" cy="4482210"/>
          </a:xfrm>
          <a:custGeom>
            <a:avLst/>
            <a:gdLst>
              <a:gd name="connsiteX0" fmla="*/ 1034908 w 9626038"/>
              <a:gd name="connsiteY0" fmla="*/ 0 h 4482210"/>
              <a:gd name="connsiteX1" fmla="*/ 8591130 w 9626038"/>
              <a:gd name="connsiteY1" fmla="*/ 0 h 4482210"/>
              <a:gd name="connsiteX2" fmla="*/ 9626038 w 9626038"/>
              <a:gd name="connsiteY2" fmla="*/ 1034908 h 4482210"/>
              <a:gd name="connsiteX3" fmla="*/ 9626038 w 9626038"/>
              <a:gd name="connsiteY3" fmla="*/ 2689406 h 4482210"/>
              <a:gd name="connsiteX4" fmla="*/ 9626038 w 9626038"/>
              <a:gd name="connsiteY4" fmla="*/ 2828562 h 4482210"/>
              <a:gd name="connsiteX5" fmla="*/ 9626038 w 9626038"/>
              <a:gd name="connsiteY5" fmla="*/ 4482210 h 4482210"/>
              <a:gd name="connsiteX6" fmla="*/ 0 w 9626038"/>
              <a:gd name="connsiteY6" fmla="*/ 4482210 h 4482210"/>
              <a:gd name="connsiteX7" fmla="*/ 0 w 9626038"/>
              <a:gd name="connsiteY7" fmla="*/ 2828562 h 4482210"/>
              <a:gd name="connsiteX8" fmla="*/ 0 w 9626038"/>
              <a:gd name="connsiteY8" fmla="*/ 2689406 h 4482210"/>
              <a:gd name="connsiteX9" fmla="*/ 0 w 9626038"/>
              <a:gd name="connsiteY9" fmla="*/ 1034908 h 4482210"/>
              <a:gd name="connsiteX10" fmla="*/ 1034908 w 9626038"/>
              <a:gd name="connsiteY10" fmla="*/ 0 h 4482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626038" h="4482210">
                <a:moveTo>
                  <a:pt x="1034908" y="0"/>
                </a:moveTo>
                <a:lnTo>
                  <a:pt x="8591130" y="0"/>
                </a:lnTo>
                <a:cubicBezTo>
                  <a:pt x="9162694" y="0"/>
                  <a:pt x="9626038" y="463344"/>
                  <a:pt x="9626038" y="1034908"/>
                </a:cubicBezTo>
                <a:lnTo>
                  <a:pt x="9626038" y="2689406"/>
                </a:lnTo>
                <a:lnTo>
                  <a:pt x="9626038" y="2828562"/>
                </a:lnTo>
                <a:lnTo>
                  <a:pt x="9626038" y="4482210"/>
                </a:lnTo>
                <a:lnTo>
                  <a:pt x="0" y="4482210"/>
                </a:lnTo>
                <a:lnTo>
                  <a:pt x="0" y="2828562"/>
                </a:lnTo>
                <a:lnTo>
                  <a:pt x="0" y="2689406"/>
                </a:lnTo>
                <a:lnTo>
                  <a:pt x="0" y="1034908"/>
                </a:lnTo>
                <a:cubicBezTo>
                  <a:pt x="0" y="463344"/>
                  <a:pt x="463344" y="0"/>
                  <a:pt x="1034908" y="0"/>
                </a:cubicBezTo>
                <a:close/>
              </a:path>
            </a:pathLst>
          </a:custGeom>
          <a:gradFill flip="none" rotWithShape="1">
            <a:gsLst>
              <a:gs pos="89000">
                <a:schemeClr val="tx2">
                  <a:lumMod val="50000"/>
                </a:schemeClr>
              </a:gs>
              <a:gs pos="0">
                <a:schemeClr val="bg2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Text Placeholder 33">
            <a:extLst>
              <a:ext uri="{FF2B5EF4-FFF2-40B4-BE49-F238E27FC236}">
                <a16:creationId xmlns:a16="http://schemas.microsoft.com/office/drawing/2014/main" id="{24FD370E-C68B-4063-BBD6-7ADA3FAC9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96456" y="3745561"/>
            <a:ext cx="7199088" cy="799941"/>
          </a:xfrm>
        </p:spPr>
        <p:txBody>
          <a:bodyPr anchor="b">
            <a:noAutofit/>
          </a:bodyPr>
          <a:lstStyle>
            <a:lvl1pPr marL="0" indent="0" algn="ctr">
              <a:lnSpc>
                <a:spcPct val="70000"/>
              </a:lnSpc>
              <a:buNone/>
              <a:defRPr sz="4400" b="1">
                <a:solidFill>
                  <a:schemeClr val="bg1"/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YOUR NAME</a:t>
            </a:r>
            <a:endParaRPr lang="en-ID" dirty="0"/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10C96767-A6C3-4450-96D0-15FDB46845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3375" y="4545502"/>
            <a:ext cx="7545250" cy="317658"/>
          </a:xfrm>
        </p:spPr>
        <p:txBody>
          <a:bodyPr anchor="t">
            <a:normAutofit/>
          </a:bodyPr>
          <a:lstStyle>
            <a:lvl1pPr marL="0" indent="0" algn="ctr">
              <a:lnSpc>
                <a:spcPct val="50000"/>
              </a:lnSpc>
              <a:buFont typeface="Arial" panose="020B0604020202020204" pitchFamily="34" charset="0"/>
              <a:buNone/>
              <a:defRPr sz="200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ID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9B062E-A532-44EC-96F4-9E4F74C27F0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288459" y="5197500"/>
            <a:ext cx="692866" cy="692866"/>
          </a:xfrm>
        </p:spPr>
        <p:txBody>
          <a:bodyPr>
            <a:normAutofit/>
          </a:bodyPr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Text Placeholder 46">
            <a:extLst>
              <a:ext uri="{FF2B5EF4-FFF2-40B4-BE49-F238E27FC236}">
                <a16:creationId xmlns:a16="http://schemas.microsoft.com/office/drawing/2014/main" id="{59BF1241-7878-47D5-AE7F-4A9E44AD46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3292" y="6076764"/>
            <a:ext cx="2743200" cy="317658"/>
          </a:xfrm>
        </p:spPr>
        <p:txBody>
          <a:bodyPr anchor="t">
            <a:normAutofit/>
          </a:bodyPr>
          <a:lstStyle>
            <a:lvl1pPr marL="0" indent="0" algn="ctr">
              <a:lnSpc>
                <a:spcPct val="50000"/>
              </a:lnSpc>
              <a:buFont typeface="Arial" panose="020B0604020202020204" pitchFamily="34" charset="0"/>
              <a:buNone/>
              <a:defRPr sz="180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ID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7848ADA6-78F9-4DD8-9C5E-63C07295D43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49567" y="5197500"/>
            <a:ext cx="692866" cy="692866"/>
          </a:xfrm>
        </p:spPr>
        <p:txBody>
          <a:bodyPr>
            <a:normAutofit/>
          </a:bodyPr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endParaRPr lang="en-ID"/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2B2C0E3F-D625-4B6D-809C-FBACB46A50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24400" y="6076764"/>
            <a:ext cx="2743200" cy="317658"/>
          </a:xfrm>
        </p:spPr>
        <p:txBody>
          <a:bodyPr anchor="t">
            <a:normAutofit/>
          </a:bodyPr>
          <a:lstStyle>
            <a:lvl1pPr marL="0" indent="0" algn="ctr">
              <a:lnSpc>
                <a:spcPct val="50000"/>
              </a:lnSpc>
              <a:buFont typeface="Arial" panose="020B0604020202020204" pitchFamily="34" charset="0"/>
              <a:buNone/>
              <a:defRPr sz="180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ID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12D1114-D36C-46D8-AF65-23DFAEDF1DB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210675" y="5197500"/>
            <a:ext cx="692866" cy="692866"/>
          </a:xfrm>
        </p:spPr>
        <p:txBody>
          <a:bodyPr>
            <a:normAutofit/>
          </a:bodyPr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endParaRPr lang="en-ID"/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2595DCE3-054C-4838-8E5E-4FB6BCCEC19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5508" y="6076764"/>
            <a:ext cx="2743200" cy="317658"/>
          </a:xfrm>
        </p:spPr>
        <p:txBody>
          <a:bodyPr anchor="t">
            <a:normAutofit/>
          </a:bodyPr>
          <a:lstStyle>
            <a:lvl1pPr marL="0" indent="0" algn="ctr">
              <a:lnSpc>
                <a:spcPct val="50000"/>
              </a:lnSpc>
              <a:buFont typeface="Arial" panose="020B0604020202020204" pitchFamily="34" charset="0"/>
              <a:buNone/>
              <a:defRPr sz="180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ID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E64B015-AE9E-4339-818A-942B89627FD0}"/>
              </a:ext>
            </a:extLst>
          </p:cNvPr>
          <p:cNvSpPr/>
          <p:nvPr userDrawn="1"/>
        </p:nvSpPr>
        <p:spPr>
          <a:xfrm>
            <a:off x="4913014" y="966318"/>
            <a:ext cx="2360336" cy="236033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A573AF-0E84-4680-B638-4E6B7DF4AEE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54035" y="1107339"/>
            <a:ext cx="2078294" cy="2078294"/>
          </a:xfrm>
          <a:custGeom>
            <a:avLst/>
            <a:gdLst>
              <a:gd name="connsiteX0" fmla="*/ 2517648 w 5035296"/>
              <a:gd name="connsiteY0" fmla="*/ 0 h 5035296"/>
              <a:gd name="connsiteX1" fmla="*/ 5035296 w 5035296"/>
              <a:gd name="connsiteY1" fmla="*/ 2517648 h 5035296"/>
              <a:gd name="connsiteX2" fmla="*/ 2517648 w 5035296"/>
              <a:gd name="connsiteY2" fmla="*/ 5035296 h 5035296"/>
              <a:gd name="connsiteX3" fmla="*/ 0 w 5035296"/>
              <a:gd name="connsiteY3" fmla="*/ 2517648 h 5035296"/>
              <a:gd name="connsiteX4" fmla="*/ 2517648 w 5035296"/>
              <a:gd name="connsiteY4" fmla="*/ 0 h 503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5296" h="5035296">
                <a:moveTo>
                  <a:pt x="2517648" y="0"/>
                </a:moveTo>
                <a:cubicBezTo>
                  <a:pt x="3908107" y="0"/>
                  <a:pt x="5035296" y="1127189"/>
                  <a:pt x="5035296" y="2517648"/>
                </a:cubicBezTo>
                <a:cubicBezTo>
                  <a:pt x="5035296" y="3908107"/>
                  <a:pt x="3908107" y="5035296"/>
                  <a:pt x="2517648" y="5035296"/>
                </a:cubicBezTo>
                <a:cubicBezTo>
                  <a:pt x="1127189" y="5035296"/>
                  <a:pt x="0" y="3908107"/>
                  <a:pt x="0" y="2517648"/>
                </a:cubicBezTo>
                <a:cubicBezTo>
                  <a:pt x="0" y="1127189"/>
                  <a:pt x="1127189" y="0"/>
                  <a:pt x="2517648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ID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2AE4E2D-61A5-4530-8A8C-15597E1F4808}"/>
              </a:ext>
            </a:extLst>
          </p:cNvPr>
          <p:cNvGrpSpPr/>
          <p:nvPr userDrawn="1"/>
        </p:nvGrpSpPr>
        <p:grpSpPr>
          <a:xfrm>
            <a:off x="4910618" y="963922"/>
            <a:ext cx="2365128" cy="2365128"/>
            <a:chOff x="3230880" y="563880"/>
            <a:chExt cx="5730240" cy="5730240"/>
          </a:xfrm>
        </p:grpSpPr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4B1F962C-27B9-4D39-9DB6-540DCC273973}"/>
                </a:ext>
              </a:extLst>
            </p:cNvPr>
            <p:cNvSpPr/>
            <p:nvPr userDrawn="1"/>
          </p:nvSpPr>
          <p:spPr>
            <a:xfrm>
              <a:off x="3230880" y="563880"/>
              <a:ext cx="5730240" cy="5730240"/>
            </a:xfrm>
            <a:prstGeom prst="arc">
              <a:avLst>
                <a:gd name="adj1" fmla="val 10833613"/>
                <a:gd name="adj2" fmla="val 16214691"/>
              </a:avLst>
            </a:prstGeom>
            <a:ln w="342900" cap="rnd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C039DE00-0308-4190-8D7A-246D4DC74D7E}"/>
                </a:ext>
              </a:extLst>
            </p:cNvPr>
            <p:cNvSpPr/>
            <p:nvPr userDrawn="1"/>
          </p:nvSpPr>
          <p:spPr>
            <a:xfrm rot="10800000">
              <a:off x="3230880" y="563880"/>
              <a:ext cx="5730240" cy="5730240"/>
            </a:xfrm>
            <a:prstGeom prst="arc">
              <a:avLst>
                <a:gd name="adj1" fmla="val 10833613"/>
                <a:gd name="adj2" fmla="val 16214691"/>
              </a:avLst>
            </a:prstGeom>
            <a:ln w="342900" cap="rnd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76096C-2324-4DBF-B5C4-020D0C4D3349}"/>
              </a:ext>
            </a:extLst>
          </p:cNvPr>
          <p:cNvGrpSpPr/>
          <p:nvPr userDrawn="1"/>
        </p:nvGrpSpPr>
        <p:grpSpPr>
          <a:xfrm>
            <a:off x="4910618" y="963923"/>
            <a:ext cx="2365128" cy="2365128"/>
            <a:chOff x="3230880" y="563881"/>
            <a:chExt cx="5730240" cy="5730240"/>
          </a:xfrm>
        </p:grpSpPr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2B840E61-5E18-4289-A9F1-DC05D3A8D8AB}"/>
                </a:ext>
              </a:extLst>
            </p:cNvPr>
            <p:cNvSpPr/>
            <p:nvPr userDrawn="1"/>
          </p:nvSpPr>
          <p:spPr>
            <a:xfrm rot="5400000">
              <a:off x="3230880" y="563881"/>
              <a:ext cx="5730240" cy="5730240"/>
            </a:xfrm>
            <a:prstGeom prst="arc">
              <a:avLst>
                <a:gd name="adj1" fmla="val 13867833"/>
                <a:gd name="adj2" fmla="val 16214691"/>
              </a:avLst>
            </a:prstGeom>
            <a:ln w="50800" cap="rnd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1F2735C0-D061-4ED4-9574-4557AAFE19E3}"/>
                </a:ext>
              </a:extLst>
            </p:cNvPr>
            <p:cNvSpPr/>
            <p:nvPr userDrawn="1"/>
          </p:nvSpPr>
          <p:spPr>
            <a:xfrm rot="16200000">
              <a:off x="3230880" y="563881"/>
              <a:ext cx="5730240" cy="5730240"/>
            </a:xfrm>
            <a:prstGeom prst="arc">
              <a:avLst>
                <a:gd name="adj1" fmla="val 13867833"/>
                <a:gd name="adj2" fmla="val 16214691"/>
              </a:avLst>
            </a:prstGeom>
            <a:ln w="50800" cap="rnd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A195FED-B9E0-4BE6-A441-F04EA821B287}"/>
              </a:ext>
            </a:extLst>
          </p:cNvPr>
          <p:cNvGrpSpPr/>
          <p:nvPr userDrawn="1"/>
        </p:nvGrpSpPr>
        <p:grpSpPr>
          <a:xfrm>
            <a:off x="5133947" y="1345088"/>
            <a:ext cx="1918470" cy="1564696"/>
            <a:chOff x="3743451" y="1514475"/>
            <a:chExt cx="4648074" cy="379095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F5E72BC-EAF2-4188-99C3-AE27AE83BA30}"/>
                </a:ext>
              </a:extLst>
            </p:cNvPr>
            <p:cNvSpPr/>
            <p:nvPr userDrawn="1"/>
          </p:nvSpPr>
          <p:spPr>
            <a:xfrm>
              <a:off x="8201025" y="1514475"/>
              <a:ext cx="190500" cy="1905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502A510-CADB-42EA-A774-F6FAB3C5EF72}"/>
                </a:ext>
              </a:extLst>
            </p:cNvPr>
            <p:cNvSpPr/>
            <p:nvPr userDrawn="1"/>
          </p:nvSpPr>
          <p:spPr>
            <a:xfrm>
              <a:off x="3743451" y="5114925"/>
              <a:ext cx="190500" cy="1905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pic>
        <p:nvPicPr>
          <p:cNvPr id="28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350" y="146172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9050" y="35586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302" y="48944"/>
            <a:ext cx="1255385" cy="91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103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79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9" presetClass="entr" presetSubtype="0" decel="10000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8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-21600000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decel="6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50"/>
                            </p:stCondLst>
                            <p:childTnLst>
                              <p:par>
                                <p:cTn id="8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8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50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/>
      <p:bldP spid="7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1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/>
      <p:bldP spid="13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50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64D39-0CEC-42C2-B84D-F36E9564A03F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E3B0-921C-4D8E-B4A8-BB7AB5CD29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38006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64D39-0CEC-42C2-B84D-F36E9564A03F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E3B0-921C-4D8E-B4A8-BB7AB5CD29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48303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64D39-0CEC-42C2-B84D-F36E9564A03F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E3B0-921C-4D8E-B4A8-BB7AB5CD29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25818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64D39-0CEC-42C2-B84D-F36E9564A03F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E3B0-921C-4D8E-B4A8-BB7AB5CD29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23704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64D39-0CEC-42C2-B84D-F36E9564A03F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E3B0-921C-4D8E-B4A8-BB7AB5CD29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55944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64D39-0CEC-42C2-B84D-F36E9564A03F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E3B0-921C-4D8E-B4A8-BB7AB5CD29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44607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64D39-0CEC-42C2-B84D-F36E9564A03F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E3B0-921C-4D8E-B4A8-BB7AB5CD29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58343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64D39-0CEC-42C2-B84D-F36E9564A03F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E3B0-921C-4D8E-B4A8-BB7AB5CD29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51677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64D39-0CEC-42C2-B84D-F36E9564A03F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E3B0-921C-4D8E-B4A8-BB7AB5CD29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50133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64D39-0CEC-42C2-B84D-F36E9564A03F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E3B0-921C-4D8E-B4A8-BB7AB5CD29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824223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64D39-0CEC-42C2-B84D-F36E9564A03F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E3B0-921C-4D8E-B4A8-BB7AB5CD29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01835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file Small">
    <p:bg>
      <p:bgPr>
        <a:gradFill>
          <a:gsLst>
            <a:gs pos="100000">
              <a:schemeClr val="bg1">
                <a:lumMod val="75000"/>
              </a:schemeClr>
            </a:gs>
            <a:gs pos="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Oval 124">
            <a:extLst>
              <a:ext uri="{FF2B5EF4-FFF2-40B4-BE49-F238E27FC236}">
                <a16:creationId xmlns:a16="http://schemas.microsoft.com/office/drawing/2014/main" id="{0112DADF-4CC7-48A5-A667-C4EEB24AA0ED}"/>
              </a:ext>
            </a:extLst>
          </p:cNvPr>
          <p:cNvSpPr/>
          <p:nvPr userDrawn="1"/>
        </p:nvSpPr>
        <p:spPr>
          <a:xfrm>
            <a:off x="4544850" y="851692"/>
            <a:ext cx="3075150" cy="3075150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1204532-68D9-4664-B118-751FB9B5ED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42642" y="949484"/>
            <a:ext cx="2879566" cy="2879566"/>
          </a:xfrm>
          <a:custGeom>
            <a:avLst/>
            <a:gdLst>
              <a:gd name="connsiteX0" fmla="*/ 2517648 w 5035296"/>
              <a:gd name="connsiteY0" fmla="*/ 0 h 5035296"/>
              <a:gd name="connsiteX1" fmla="*/ 5035296 w 5035296"/>
              <a:gd name="connsiteY1" fmla="*/ 2517648 h 5035296"/>
              <a:gd name="connsiteX2" fmla="*/ 2517648 w 5035296"/>
              <a:gd name="connsiteY2" fmla="*/ 5035296 h 5035296"/>
              <a:gd name="connsiteX3" fmla="*/ 0 w 5035296"/>
              <a:gd name="connsiteY3" fmla="*/ 2517648 h 5035296"/>
              <a:gd name="connsiteX4" fmla="*/ 2517648 w 5035296"/>
              <a:gd name="connsiteY4" fmla="*/ 0 h 503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5296" h="5035296">
                <a:moveTo>
                  <a:pt x="2517648" y="0"/>
                </a:moveTo>
                <a:cubicBezTo>
                  <a:pt x="3908107" y="0"/>
                  <a:pt x="5035296" y="1127189"/>
                  <a:pt x="5035296" y="2517648"/>
                </a:cubicBezTo>
                <a:cubicBezTo>
                  <a:pt x="5035296" y="3908107"/>
                  <a:pt x="3908107" y="5035296"/>
                  <a:pt x="2517648" y="5035296"/>
                </a:cubicBezTo>
                <a:cubicBezTo>
                  <a:pt x="1127189" y="5035296"/>
                  <a:pt x="0" y="3908107"/>
                  <a:pt x="0" y="2517648"/>
                </a:cubicBezTo>
                <a:cubicBezTo>
                  <a:pt x="0" y="1127189"/>
                  <a:pt x="1127189" y="0"/>
                  <a:pt x="2517648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ID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F3568D-2569-42C7-B2C5-068306B02EBE}"/>
              </a:ext>
            </a:extLst>
          </p:cNvPr>
          <p:cNvGrpSpPr/>
          <p:nvPr userDrawn="1"/>
        </p:nvGrpSpPr>
        <p:grpSpPr>
          <a:xfrm>
            <a:off x="4320607" y="627449"/>
            <a:ext cx="3523636" cy="3523636"/>
            <a:chOff x="3230880" y="563880"/>
            <a:chExt cx="5730240" cy="5730240"/>
          </a:xfrm>
        </p:grpSpPr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5CD920B6-1B68-4907-80BA-F16E26B4AC03}"/>
                </a:ext>
              </a:extLst>
            </p:cNvPr>
            <p:cNvSpPr/>
            <p:nvPr userDrawn="1"/>
          </p:nvSpPr>
          <p:spPr>
            <a:xfrm>
              <a:off x="3230880" y="563880"/>
              <a:ext cx="5730240" cy="5730240"/>
            </a:xfrm>
            <a:prstGeom prst="arc">
              <a:avLst>
                <a:gd name="adj1" fmla="val 10833613"/>
                <a:gd name="adj2" fmla="val 16214691"/>
              </a:avLst>
            </a:prstGeom>
            <a:ln w="342900" cap="rnd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36A37E2F-D847-4482-BDE7-301EC0026B41}"/>
                </a:ext>
              </a:extLst>
            </p:cNvPr>
            <p:cNvSpPr/>
            <p:nvPr userDrawn="1"/>
          </p:nvSpPr>
          <p:spPr>
            <a:xfrm rot="10800000">
              <a:off x="3230880" y="563880"/>
              <a:ext cx="5730240" cy="5730240"/>
            </a:xfrm>
            <a:prstGeom prst="arc">
              <a:avLst>
                <a:gd name="adj1" fmla="val 10833613"/>
                <a:gd name="adj2" fmla="val 16214691"/>
              </a:avLst>
            </a:prstGeom>
            <a:ln w="342900" cap="rnd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95AB051-36BD-41B3-BB84-2765BCC4F702}"/>
              </a:ext>
            </a:extLst>
          </p:cNvPr>
          <p:cNvGrpSpPr/>
          <p:nvPr userDrawn="1"/>
        </p:nvGrpSpPr>
        <p:grpSpPr>
          <a:xfrm>
            <a:off x="4320607" y="627450"/>
            <a:ext cx="3523636" cy="3523636"/>
            <a:chOff x="3230880" y="563881"/>
            <a:chExt cx="5730240" cy="5730240"/>
          </a:xfrm>
        </p:grpSpPr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35BD42E4-902B-49F5-903D-4AEA45B94A64}"/>
                </a:ext>
              </a:extLst>
            </p:cNvPr>
            <p:cNvSpPr/>
            <p:nvPr userDrawn="1"/>
          </p:nvSpPr>
          <p:spPr>
            <a:xfrm rot="5400000">
              <a:off x="3230880" y="563881"/>
              <a:ext cx="5730240" cy="5730240"/>
            </a:xfrm>
            <a:prstGeom prst="arc">
              <a:avLst>
                <a:gd name="adj1" fmla="val 13867833"/>
                <a:gd name="adj2" fmla="val 16214691"/>
              </a:avLst>
            </a:prstGeom>
            <a:ln w="50800" cap="rnd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97FD22A2-2872-40AE-8765-BE856E9A8713}"/>
                </a:ext>
              </a:extLst>
            </p:cNvPr>
            <p:cNvSpPr/>
            <p:nvPr userDrawn="1"/>
          </p:nvSpPr>
          <p:spPr>
            <a:xfrm rot="16200000">
              <a:off x="3230880" y="563881"/>
              <a:ext cx="5730240" cy="5730240"/>
            </a:xfrm>
            <a:prstGeom prst="arc">
              <a:avLst>
                <a:gd name="adj1" fmla="val 13867833"/>
                <a:gd name="adj2" fmla="val 16214691"/>
              </a:avLst>
            </a:prstGeom>
            <a:ln w="50800" cap="rnd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EDBABCE-CE0D-4E54-B1E9-1F5C0E6E4E8F}"/>
              </a:ext>
            </a:extLst>
          </p:cNvPr>
          <p:cNvGrpSpPr/>
          <p:nvPr userDrawn="1"/>
        </p:nvGrpSpPr>
        <p:grpSpPr>
          <a:xfrm>
            <a:off x="4653329" y="1204652"/>
            <a:ext cx="2858192" cy="2331130"/>
            <a:chOff x="3743451" y="1514475"/>
            <a:chExt cx="4648074" cy="3790950"/>
          </a:xfrm>
          <a:solidFill>
            <a:schemeClr val="tx2">
              <a:lumMod val="50000"/>
            </a:schemeClr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BC8B217-FA0D-4A59-967F-903C444D6637}"/>
                </a:ext>
              </a:extLst>
            </p:cNvPr>
            <p:cNvSpPr/>
            <p:nvPr userDrawn="1"/>
          </p:nvSpPr>
          <p:spPr>
            <a:xfrm>
              <a:off x="8201025" y="1514475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510B694-CDBC-42E8-910F-D59E0C0DE315}"/>
                </a:ext>
              </a:extLst>
            </p:cNvPr>
            <p:cNvSpPr/>
            <p:nvPr userDrawn="1"/>
          </p:nvSpPr>
          <p:spPr>
            <a:xfrm>
              <a:off x="3743451" y="5114925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9DF70520-223D-4F21-AA15-FC0BC59A44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30990" y="4398373"/>
            <a:ext cx="3930019" cy="1097607"/>
          </a:xfrm>
        </p:spPr>
        <p:txBody>
          <a:bodyPr anchor="b">
            <a:noAutofit/>
          </a:bodyPr>
          <a:lstStyle>
            <a:lvl1pPr marL="0" indent="0" algn="ctr">
              <a:lnSpc>
                <a:spcPct val="70000"/>
              </a:lnSpc>
              <a:buNone/>
              <a:defRPr sz="4400" b="1">
                <a:solidFill>
                  <a:schemeClr val="tx1"/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YOUR NAME</a:t>
            </a:r>
            <a:endParaRPr lang="en-ID" dirty="0"/>
          </a:p>
        </p:txBody>
      </p:sp>
      <p:sp>
        <p:nvSpPr>
          <p:cNvPr id="33" name="Text Placeholder 46">
            <a:extLst>
              <a:ext uri="{FF2B5EF4-FFF2-40B4-BE49-F238E27FC236}">
                <a16:creationId xmlns:a16="http://schemas.microsoft.com/office/drawing/2014/main" id="{DFC33ED7-7398-4097-ABA0-3B974C64D6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6504" y="5555356"/>
            <a:ext cx="4118991" cy="722086"/>
          </a:xfrm>
        </p:spPr>
        <p:txBody>
          <a:bodyPr anchor="t">
            <a:normAutofit/>
          </a:bodyPr>
          <a:lstStyle>
            <a:lvl1pPr marL="0" indent="0" algn="ctr">
              <a:lnSpc>
                <a:spcPct val="50000"/>
              </a:lnSpc>
              <a:buFont typeface="Arial" panose="020B0604020202020204" pitchFamily="34" charset="0"/>
              <a:buNone/>
              <a:defRPr sz="2000" spc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ID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DFB93D8-B546-4B26-8AFC-B9D6C00A1DC0}"/>
              </a:ext>
            </a:extLst>
          </p:cNvPr>
          <p:cNvSpPr/>
          <p:nvPr userDrawn="1"/>
        </p:nvSpPr>
        <p:spPr>
          <a:xfrm>
            <a:off x="40633650" y="27083843"/>
            <a:ext cx="6515100" cy="2108056"/>
          </a:xfrm>
          <a:prstGeom prst="roundRect">
            <a:avLst>
              <a:gd name="adj" fmla="val 7630"/>
            </a:avLst>
          </a:prstGeom>
          <a:solidFill>
            <a:srgbClr val="666666"/>
          </a:solidFill>
          <a:ln>
            <a:solidFill>
              <a:schemeClr val="bg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A367C6B-00DB-480F-A158-2EFFB2AC1DFE}"/>
              </a:ext>
            </a:extLst>
          </p:cNvPr>
          <p:cNvSpPr/>
          <p:nvPr userDrawn="1"/>
        </p:nvSpPr>
        <p:spPr>
          <a:xfrm>
            <a:off x="48122347" y="25313555"/>
            <a:ext cx="6391313" cy="3878344"/>
          </a:xfrm>
          <a:custGeom>
            <a:avLst/>
            <a:gdLst>
              <a:gd name="connsiteX0" fmla="*/ 1437312 w 6391313"/>
              <a:gd name="connsiteY0" fmla="*/ 0 h 3878344"/>
              <a:gd name="connsiteX1" fmla="*/ 6057474 w 6391313"/>
              <a:gd name="connsiteY1" fmla="*/ 0 h 3878344"/>
              <a:gd name="connsiteX2" fmla="*/ 5990206 w 6391313"/>
              <a:gd name="connsiteY2" fmla="*/ 6781 h 3878344"/>
              <a:gd name="connsiteX3" fmla="*/ 5723655 w 6391313"/>
              <a:gd name="connsiteY3" fmla="*/ 333828 h 3878344"/>
              <a:gd name="connsiteX4" fmla="*/ 5723655 w 6391313"/>
              <a:gd name="connsiteY4" fmla="*/ 333829 h 3878344"/>
              <a:gd name="connsiteX5" fmla="*/ 5743912 w 6391313"/>
              <a:gd name="connsiteY5" fmla="*/ 219047 h 3878344"/>
              <a:gd name="connsiteX6" fmla="*/ 5990206 w 6391313"/>
              <a:gd name="connsiteY6" fmla="*/ 6782 h 3878344"/>
              <a:gd name="connsiteX7" fmla="*/ 6057474 w 6391313"/>
              <a:gd name="connsiteY7" fmla="*/ 1 h 3878344"/>
              <a:gd name="connsiteX8" fmla="*/ 6057494 w 6391313"/>
              <a:gd name="connsiteY8" fmla="*/ 1 h 3878344"/>
              <a:gd name="connsiteX9" fmla="*/ 6124762 w 6391313"/>
              <a:gd name="connsiteY9" fmla="*/ 6782 h 3878344"/>
              <a:gd name="connsiteX10" fmla="*/ 6391313 w 6391313"/>
              <a:gd name="connsiteY10" fmla="*/ 333829 h 3878344"/>
              <a:gd name="connsiteX11" fmla="*/ 6384531 w 6391313"/>
              <a:gd name="connsiteY11" fmla="*/ 401107 h 3878344"/>
              <a:gd name="connsiteX12" fmla="*/ 6381486 w 6391313"/>
              <a:gd name="connsiteY12" fmla="*/ 410917 h 3878344"/>
              <a:gd name="connsiteX13" fmla="*/ 6360390 w 6391313"/>
              <a:gd name="connsiteY13" fmla="*/ 472408 h 3878344"/>
              <a:gd name="connsiteX14" fmla="*/ 6360389 w 6391313"/>
              <a:gd name="connsiteY14" fmla="*/ 472410 h 3878344"/>
              <a:gd name="connsiteX15" fmla="*/ 5279955 w 6391313"/>
              <a:gd name="connsiteY15" fmla="*/ 3621783 h 3878344"/>
              <a:gd name="connsiteX16" fmla="*/ 5257384 w 6391313"/>
              <a:gd name="connsiteY16" fmla="*/ 3687577 h 3878344"/>
              <a:gd name="connsiteX17" fmla="*/ 5231621 w 6391313"/>
              <a:gd name="connsiteY17" fmla="*/ 3735040 h 3878344"/>
              <a:gd name="connsiteX18" fmla="*/ 5022083 w 6391313"/>
              <a:gd name="connsiteY18" fmla="*/ 3875440 h 3878344"/>
              <a:gd name="connsiteX19" fmla="*/ 4993275 w 6391313"/>
              <a:gd name="connsiteY19" fmla="*/ 3878344 h 3878344"/>
              <a:gd name="connsiteX20" fmla="*/ 4916335 w 6391313"/>
              <a:gd name="connsiteY20" fmla="*/ 3878344 h 3878344"/>
              <a:gd name="connsiteX21" fmla="*/ 372299 w 6391313"/>
              <a:gd name="connsiteY21" fmla="*/ 3878344 h 3878344"/>
              <a:gd name="connsiteX22" fmla="*/ 295359 w 6391313"/>
              <a:gd name="connsiteY22" fmla="*/ 3878344 h 3878344"/>
              <a:gd name="connsiteX23" fmla="*/ 266551 w 6391313"/>
              <a:gd name="connsiteY23" fmla="*/ 3875440 h 3878344"/>
              <a:gd name="connsiteX24" fmla="*/ 0 w 6391313"/>
              <a:gd name="connsiteY24" fmla="*/ 3548393 h 3878344"/>
              <a:gd name="connsiteX25" fmla="*/ 6782 w 6391313"/>
              <a:gd name="connsiteY25" fmla="*/ 3481115 h 3878344"/>
              <a:gd name="connsiteX26" fmla="*/ 12908 w 6391313"/>
              <a:gd name="connsiteY26" fmla="*/ 3461381 h 3878344"/>
              <a:gd name="connsiteX27" fmla="*/ 30043 w 6391313"/>
              <a:gd name="connsiteY27" fmla="*/ 3411436 h 3878344"/>
              <a:gd name="connsiteX28" fmla="*/ 1122776 w 6391313"/>
              <a:gd name="connsiteY28" fmla="*/ 226214 h 3878344"/>
              <a:gd name="connsiteX29" fmla="*/ 1110255 w 6391313"/>
              <a:gd name="connsiteY29" fmla="*/ 266550 h 3878344"/>
              <a:gd name="connsiteX30" fmla="*/ 1103473 w 6391313"/>
              <a:gd name="connsiteY30" fmla="*/ 333828 h 3878344"/>
              <a:gd name="connsiteX31" fmla="*/ 1103473 w 6391313"/>
              <a:gd name="connsiteY31" fmla="*/ 333829 h 3878344"/>
              <a:gd name="connsiteX32" fmla="*/ 1110255 w 6391313"/>
              <a:gd name="connsiteY32" fmla="*/ 266551 h 3878344"/>
              <a:gd name="connsiteX33" fmla="*/ 1122776 w 6391313"/>
              <a:gd name="connsiteY33" fmla="*/ 226215 h 3878344"/>
              <a:gd name="connsiteX34" fmla="*/ 1131688 w 6391313"/>
              <a:gd name="connsiteY34" fmla="*/ 200239 h 3878344"/>
              <a:gd name="connsiteX35" fmla="*/ 1160486 w 6391313"/>
              <a:gd name="connsiteY35" fmla="*/ 147182 h 3878344"/>
              <a:gd name="connsiteX36" fmla="*/ 1370024 w 6391313"/>
              <a:gd name="connsiteY36" fmla="*/ 6782 h 3878344"/>
              <a:gd name="connsiteX37" fmla="*/ 1437292 w 6391313"/>
              <a:gd name="connsiteY37" fmla="*/ 1 h 3878344"/>
              <a:gd name="connsiteX38" fmla="*/ 1437312 w 6391313"/>
              <a:gd name="connsiteY38" fmla="*/ 1 h 3878344"/>
              <a:gd name="connsiteX39" fmla="*/ 1504580 w 6391313"/>
              <a:gd name="connsiteY39" fmla="*/ 6782 h 3878344"/>
              <a:gd name="connsiteX40" fmla="*/ 1576830 w 6391313"/>
              <a:gd name="connsiteY40" fmla="*/ 31656 h 3878344"/>
              <a:gd name="connsiteX41" fmla="*/ 1593599 w 6391313"/>
              <a:gd name="connsiteY41" fmla="*/ 39983 h 3878344"/>
              <a:gd name="connsiteX42" fmla="*/ 1655769 w 6391313"/>
              <a:gd name="connsiteY42" fmla="*/ 81405 h 3878344"/>
              <a:gd name="connsiteX43" fmla="*/ 1700475 w 6391313"/>
              <a:gd name="connsiteY43" fmla="*/ 131198 h 3878344"/>
              <a:gd name="connsiteX44" fmla="*/ 1750870 w 6391313"/>
              <a:gd name="connsiteY44" fmla="*/ 219038 h 3878344"/>
              <a:gd name="connsiteX45" fmla="*/ 1750875 w 6391313"/>
              <a:gd name="connsiteY45" fmla="*/ 219047 h 3878344"/>
              <a:gd name="connsiteX46" fmla="*/ 1771131 w 6391313"/>
              <a:gd name="connsiteY46" fmla="*/ 333829 h 3878344"/>
              <a:gd name="connsiteX47" fmla="*/ 1771131 w 6391313"/>
              <a:gd name="connsiteY47" fmla="*/ 333828 h 3878344"/>
              <a:gd name="connsiteX48" fmla="*/ 1750875 w 6391313"/>
              <a:gd name="connsiteY48" fmla="*/ 219046 h 3878344"/>
              <a:gd name="connsiteX49" fmla="*/ 1750870 w 6391313"/>
              <a:gd name="connsiteY49" fmla="*/ 219038 h 3878344"/>
              <a:gd name="connsiteX50" fmla="*/ 1711850 w 6391313"/>
              <a:gd name="connsiteY50" fmla="*/ 143866 h 3878344"/>
              <a:gd name="connsiteX51" fmla="*/ 1700475 w 6391313"/>
              <a:gd name="connsiteY51" fmla="*/ 131198 h 3878344"/>
              <a:gd name="connsiteX52" fmla="*/ 1694901 w 6391313"/>
              <a:gd name="connsiteY52" fmla="*/ 121482 h 3878344"/>
              <a:gd name="connsiteX53" fmla="*/ 1610405 w 6391313"/>
              <a:gd name="connsiteY53" fmla="*/ 48328 h 3878344"/>
              <a:gd name="connsiteX54" fmla="*/ 1593599 w 6391313"/>
              <a:gd name="connsiteY54" fmla="*/ 39983 h 3878344"/>
              <a:gd name="connsiteX55" fmla="*/ 1585667 w 6391313"/>
              <a:gd name="connsiteY55" fmla="*/ 34698 h 3878344"/>
              <a:gd name="connsiteX56" fmla="*/ 1576830 w 6391313"/>
              <a:gd name="connsiteY56" fmla="*/ 31656 h 3878344"/>
              <a:gd name="connsiteX57" fmla="*/ 1559709 w 6391313"/>
              <a:gd name="connsiteY57" fmla="*/ 23154 h 3878344"/>
              <a:gd name="connsiteX58" fmla="*/ 1504580 w 6391313"/>
              <a:gd name="connsiteY58" fmla="*/ 6781 h 387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6391313" h="3878344">
                <a:moveTo>
                  <a:pt x="1437312" y="0"/>
                </a:moveTo>
                <a:lnTo>
                  <a:pt x="6057474" y="0"/>
                </a:lnTo>
                <a:lnTo>
                  <a:pt x="5990206" y="6781"/>
                </a:lnTo>
                <a:cubicBezTo>
                  <a:pt x="5838085" y="37909"/>
                  <a:pt x="5723655" y="172505"/>
                  <a:pt x="5723655" y="333828"/>
                </a:cubicBezTo>
                <a:lnTo>
                  <a:pt x="5723655" y="333829"/>
                </a:lnTo>
                <a:lnTo>
                  <a:pt x="5743912" y="219047"/>
                </a:lnTo>
                <a:cubicBezTo>
                  <a:pt x="5783226" y="111675"/>
                  <a:pt x="5876115" y="30128"/>
                  <a:pt x="5990206" y="6782"/>
                </a:cubicBezTo>
                <a:lnTo>
                  <a:pt x="6057474" y="1"/>
                </a:lnTo>
                <a:lnTo>
                  <a:pt x="6057494" y="1"/>
                </a:lnTo>
                <a:lnTo>
                  <a:pt x="6124762" y="6782"/>
                </a:lnTo>
                <a:cubicBezTo>
                  <a:pt x="6276883" y="37910"/>
                  <a:pt x="6391313" y="172506"/>
                  <a:pt x="6391313" y="333829"/>
                </a:cubicBezTo>
                <a:cubicBezTo>
                  <a:pt x="6391313" y="356875"/>
                  <a:pt x="6388978" y="379376"/>
                  <a:pt x="6384531" y="401107"/>
                </a:cubicBezTo>
                <a:lnTo>
                  <a:pt x="6381486" y="410917"/>
                </a:lnTo>
                <a:lnTo>
                  <a:pt x="6360390" y="472408"/>
                </a:lnTo>
                <a:lnTo>
                  <a:pt x="6360389" y="472410"/>
                </a:lnTo>
                <a:lnTo>
                  <a:pt x="5279955" y="3621783"/>
                </a:lnTo>
                <a:lnTo>
                  <a:pt x="5257384" y="3687577"/>
                </a:lnTo>
                <a:lnTo>
                  <a:pt x="5231621" y="3735040"/>
                </a:lnTo>
                <a:cubicBezTo>
                  <a:pt x="5183628" y="3806080"/>
                  <a:pt x="5109009" y="3857652"/>
                  <a:pt x="5022083" y="3875440"/>
                </a:cubicBezTo>
                <a:lnTo>
                  <a:pt x="4993275" y="3878344"/>
                </a:lnTo>
                <a:lnTo>
                  <a:pt x="4916335" y="3878344"/>
                </a:lnTo>
                <a:lnTo>
                  <a:pt x="372299" y="3878344"/>
                </a:lnTo>
                <a:lnTo>
                  <a:pt x="295359" y="3878344"/>
                </a:lnTo>
                <a:lnTo>
                  <a:pt x="266551" y="3875440"/>
                </a:lnTo>
                <a:cubicBezTo>
                  <a:pt x="114431" y="3844312"/>
                  <a:pt x="0" y="3709716"/>
                  <a:pt x="0" y="3548393"/>
                </a:cubicBezTo>
                <a:cubicBezTo>
                  <a:pt x="0" y="3525347"/>
                  <a:pt x="2335" y="3502846"/>
                  <a:pt x="6782" y="3481115"/>
                </a:cubicBezTo>
                <a:lnTo>
                  <a:pt x="12908" y="3461381"/>
                </a:lnTo>
                <a:lnTo>
                  <a:pt x="30043" y="3411436"/>
                </a:lnTo>
                <a:lnTo>
                  <a:pt x="1122776" y="226214"/>
                </a:lnTo>
                <a:lnTo>
                  <a:pt x="1110255" y="266550"/>
                </a:lnTo>
                <a:cubicBezTo>
                  <a:pt x="1105808" y="288281"/>
                  <a:pt x="1103473" y="310782"/>
                  <a:pt x="1103473" y="333828"/>
                </a:cubicBezTo>
                <a:lnTo>
                  <a:pt x="1103473" y="333829"/>
                </a:lnTo>
                <a:lnTo>
                  <a:pt x="1110255" y="266551"/>
                </a:lnTo>
                <a:lnTo>
                  <a:pt x="1122776" y="226215"/>
                </a:lnTo>
                <a:lnTo>
                  <a:pt x="1131688" y="200239"/>
                </a:lnTo>
                <a:lnTo>
                  <a:pt x="1160486" y="147182"/>
                </a:lnTo>
                <a:cubicBezTo>
                  <a:pt x="1208479" y="76143"/>
                  <a:pt x="1283098" y="24570"/>
                  <a:pt x="1370024" y="6782"/>
                </a:cubicBezTo>
                <a:lnTo>
                  <a:pt x="1437292" y="1"/>
                </a:lnTo>
                <a:lnTo>
                  <a:pt x="1437312" y="1"/>
                </a:lnTo>
                <a:lnTo>
                  <a:pt x="1504580" y="6782"/>
                </a:lnTo>
                <a:lnTo>
                  <a:pt x="1576830" y="31656"/>
                </a:lnTo>
                <a:lnTo>
                  <a:pt x="1593599" y="39983"/>
                </a:lnTo>
                <a:lnTo>
                  <a:pt x="1655769" y="81405"/>
                </a:lnTo>
                <a:lnTo>
                  <a:pt x="1700475" y="131198"/>
                </a:lnTo>
                <a:lnTo>
                  <a:pt x="1750870" y="219038"/>
                </a:lnTo>
                <a:lnTo>
                  <a:pt x="1750875" y="219047"/>
                </a:lnTo>
                <a:lnTo>
                  <a:pt x="1771131" y="333829"/>
                </a:lnTo>
                <a:lnTo>
                  <a:pt x="1771131" y="333828"/>
                </a:lnTo>
                <a:cubicBezTo>
                  <a:pt x="1771131" y="293497"/>
                  <a:pt x="1763979" y="254837"/>
                  <a:pt x="1750875" y="219046"/>
                </a:cubicBezTo>
                <a:lnTo>
                  <a:pt x="1750870" y="219038"/>
                </a:lnTo>
                <a:lnTo>
                  <a:pt x="1711850" y="143866"/>
                </a:lnTo>
                <a:lnTo>
                  <a:pt x="1700475" y="131198"/>
                </a:lnTo>
                <a:lnTo>
                  <a:pt x="1694901" y="121482"/>
                </a:lnTo>
                <a:cubicBezTo>
                  <a:pt x="1671090" y="92629"/>
                  <a:pt x="1642525" y="67845"/>
                  <a:pt x="1610405" y="48328"/>
                </a:cubicBezTo>
                <a:lnTo>
                  <a:pt x="1593599" y="39983"/>
                </a:lnTo>
                <a:lnTo>
                  <a:pt x="1585667" y="34698"/>
                </a:lnTo>
                <a:lnTo>
                  <a:pt x="1576830" y="31656"/>
                </a:lnTo>
                <a:lnTo>
                  <a:pt x="1559709" y="23154"/>
                </a:lnTo>
                <a:cubicBezTo>
                  <a:pt x="1542022" y="16180"/>
                  <a:pt x="1523595" y="10672"/>
                  <a:pt x="1504580" y="6781"/>
                </a:cubicBezTo>
                <a:close/>
              </a:path>
            </a:pathLst>
          </a:custGeom>
          <a:solidFill>
            <a:srgbClr val="666666"/>
          </a:solidFill>
          <a:ln>
            <a:solidFill>
              <a:schemeClr val="bg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8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91580"/>
            <a:ext cx="2843655" cy="107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47214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E:\Desain\PPT UNS\Active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097986"/>
            <a:ext cx="1933200" cy="65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2416" y="5407359"/>
            <a:ext cx="1931987" cy="1408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7082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-21600000">
                                      <p:cBhvr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50"/>
                            </p:stCondLst>
                            <p:childTnLst>
                              <p:par>
                                <p:cTn id="4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  <p:bldP spid="12" grpId="0" animBg="1"/>
      <p:bldP spid="32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50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ien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CLIENTS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78FCF21-378F-408D-BA05-325173754C1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14450" y="2932492"/>
            <a:ext cx="2561846" cy="145704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ID"/>
          </a:p>
        </p:txBody>
      </p:sp>
      <p:sp>
        <p:nvSpPr>
          <p:cNvPr id="52" name="Picture Placeholder 15">
            <a:extLst>
              <a:ext uri="{FF2B5EF4-FFF2-40B4-BE49-F238E27FC236}">
                <a16:creationId xmlns:a16="http://schemas.microsoft.com/office/drawing/2014/main" id="{96E833B8-BB14-49A6-BFC5-353E833440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15077" y="2932492"/>
            <a:ext cx="2561846" cy="145704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ID"/>
          </a:p>
        </p:txBody>
      </p:sp>
      <p:sp>
        <p:nvSpPr>
          <p:cNvPr id="53" name="Picture Placeholder 15">
            <a:extLst>
              <a:ext uri="{FF2B5EF4-FFF2-40B4-BE49-F238E27FC236}">
                <a16:creationId xmlns:a16="http://schemas.microsoft.com/office/drawing/2014/main" id="{F49FFE50-5B95-4944-9321-85CC51BA6D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515704" y="2932492"/>
            <a:ext cx="2561846" cy="145704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ID"/>
          </a:p>
        </p:txBody>
      </p:sp>
      <p:pic>
        <p:nvPicPr>
          <p:cNvPr id="15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3" descr="E:\Desain\PPT UNS\Twibon edi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08" y="6460862"/>
            <a:ext cx="695838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E:\Desain\PPT UNS\Activ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7" y="6190052"/>
            <a:ext cx="1659543" cy="55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292" y="5663821"/>
            <a:ext cx="1580111" cy="11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04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50"/>
                            </p:stCondLst>
                            <p:childTnLst>
                              <p:par>
                                <p:cTn id="3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/>
      <p:bldP spid="52" grpId="0"/>
      <p:bldP spid="53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1FB981-9DF9-46CC-8F2C-7DDA05AB2915}"/>
              </a:ext>
            </a:extLst>
          </p:cNvPr>
          <p:cNvSpPr/>
          <p:nvPr userDrawn="1"/>
        </p:nvSpPr>
        <p:spPr>
          <a:xfrm>
            <a:off x="603194" y="1613632"/>
            <a:ext cx="5094156" cy="1074717"/>
          </a:xfrm>
          <a:prstGeom prst="roundRect">
            <a:avLst>
              <a:gd name="adj" fmla="val 50000"/>
            </a:avLst>
          </a:prstGeom>
          <a:noFill/>
          <a:ln w="50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7C7E5E-9E75-4C24-9A2E-414E0C618664}"/>
              </a:ext>
            </a:extLst>
          </p:cNvPr>
          <p:cNvSpPr/>
          <p:nvPr userDrawn="1"/>
        </p:nvSpPr>
        <p:spPr>
          <a:xfrm>
            <a:off x="786867" y="1790504"/>
            <a:ext cx="720976" cy="7209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D7F76CCC-14B7-412B-A54D-0A5F106963BB}"/>
              </a:ext>
            </a:extLst>
          </p:cNvPr>
          <p:cNvSpPr/>
          <p:nvPr userDrawn="1"/>
        </p:nvSpPr>
        <p:spPr>
          <a:xfrm>
            <a:off x="599790" y="1603427"/>
            <a:ext cx="1095129" cy="1095128"/>
          </a:xfrm>
          <a:prstGeom prst="arc">
            <a:avLst>
              <a:gd name="adj1" fmla="val 5327157"/>
              <a:gd name="adj2" fmla="val 16302202"/>
            </a:avLst>
          </a:prstGeom>
          <a:ln w="14605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 Placeholder 33">
            <a:extLst>
              <a:ext uri="{FF2B5EF4-FFF2-40B4-BE49-F238E27FC236}">
                <a16:creationId xmlns:a16="http://schemas.microsoft.com/office/drawing/2014/main" id="{FA004D44-7EA5-4A2C-ADBF-D22553456B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6865" y="1843207"/>
            <a:ext cx="720978" cy="61556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bg1"/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99</a:t>
            </a:r>
            <a:endParaRPr lang="en-ID" dirty="0"/>
          </a:p>
        </p:txBody>
      </p:sp>
      <p:sp>
        <p:nvSpPr>
          <p:cNvPr id="9" name="Text Placeholder 33">
            <a:extLst>
              <a:ext uri="{FF2B5EF4-FFF2-40B4-BE49-F238E27FC236}">
                <a16:creationId xmlns:a16="http://schemas.microsoft.com/office/drawing/2014/main" id="{152907B5-51E6-458C-A5F5-C6AA839D4D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73382" y="1843207"/>
            <a:ext cx="3633617" cy="615566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800" b="1" baseline="0">
                <a:solidFill>
                  <a:schemeClr val="tx1"/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Content 1</a:t>
            </a:r>
            <a:endParaRPr lang="en-ID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9CF60E-CE85-48E5-B8DF-AA2CF004B513}"/>
              </a:ext>
            </a:extLst>
          </p:cNvPr>
          <p:cNvGrpSpPr/>
          <p:nvPr userDrawn="1"/>
        </p:nvGrpSpPr>
        <p:grpSpPr>
          <a:xfrm>
            <a:off x="2947987" y="2"/>
            <a:ext cx="6296026" cy="1400131"/>
            <a:chOff x="2947987" y="2"/>
            <a:chExt cx="6296026" cy="14001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7583D1-D70F-4530-A621-ECA6A8E77C60}"/>
                </a:ext>
              </a:extLst>
            </p:cNvPr>
            <p:cNvSpPr/>
            <p:nvPr userDrawn="1"/>
          </p:nvSpPr>
          <p:spPr>
            <a:xfrm>
              <a:off x="2947987" y="1064764"/>
              <a:ext cx="6296026" cy="33536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094CE7-1ECD-4DBA-9308-5049403D096A}"/>
                </a:ext>
              </a:extLst>
            </p:cNvPr>
            <p:cNvSpPr/>
            <p:nvPr userDrawn="1"/>
          </p:nvSpPr>
          <p:spPr>
            <a:xfrm>
              <a:off x="2947987" y="2"/>
              <a:ext cx="6296026" cy="1247774"/>
            </a:xfrm>
            <a:prstGeom prst="rect">
              <a:avLst/>
            </a:prstGeom>
            <a:gradFill>
              <a:gsLst>
                <a:gs pos="100000">
                  <a:schemeClr val="tx2"/>
                </a:gs>
                <a:gs pos="0">
                  <a:schemeClr val="tx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84FCD838-C341-4702-A8FE-C742E0AA89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2327" y="298007"/>
            <a:ext cx="5467347" cy="76675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>
                    <a:lumMod val="90000"/>
                  </a:schemeClr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CONTENT</a:t>
            </a:r>
            <a:endParaRPr lang="en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5E4CB-BBA8-4426-9309-933A2BF46911}"/>
              </a:ext>
            </a:extLst>
          </p:cNvPr>
          <p:cNvCxnSpPr>
            <a:cxnSpLocks/>
          </p:cNvCxnSpPr>
          <p:nvPr userDrawn="1"/>
        </p:nvCxnSpPr>
        <p:spPr>
          <a:xfrm>
            <a:off x="4931410" y="1064764"/>
            <a:ext cx="2329180" cy="0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99CEE5-4593-4AFE-A24F-4931E1138D4B}"/>
              </a:ext>
            </a:extLst>
          </p:cNvPr>
          <p:cNvGrpSpPr/>
          <p:nvPr userDrawn="1"/>
        </p:nvGrpSpPr>
        <p:grpSpPr>
          <a:xfrm>
            <a:off x="4279991" y="1064764"/>
            <a:ext cx="3632019" cy="0"/>
            <a:chOff x="4292781" y="2693715"/>
            <a:chExt cx="3632019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FD3A37-3BF8-4ED3-A859-8A2276AC09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471410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73FA08-0540-4DA3-A282-153FA1BB5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781" y="2693715"/>
              <a:ext cx="453390" cy="0"/>
            </a:xfrm>
            <a:prstGeom prst="line">
              <a:avLst/>
            </a:prstGeom>
            <a:ln w="76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14E781-16BB-4429-964A-94D9819D91F0}"/>
              </a:ext>
            </a:extLst>
          </p:cNvPr>
          <p:cNvSpPr/>
          <p:nvPr userDrawn="1"/>
        </p:nvSpPr>
        <p:spPr>
          <a:xfrm>
            <a:off x="603194" y="3303890"/>
            <a:ext cx="5094156" cy="1074717"/>
          </a:xfrm>
          <a:prstGeom prst="roundRect">
            <a:avLst>
              <a:gd name="adj" fmla="val 50000"/>
            </a:avLst>
          </a:prstGeom>
          <a:noFill/>
          <a:ln w="50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E7DB8AD-6972-48B8-B7DC-8C9681670A1B}"/>
              </a:ext>
            </a:extLst>
          </p:cNvPr>
          <p:cNvSpPr/>
          <p:nvPr userDrawn="1"/>
        </p:nvSpPr>
        <p:spPr>
          <a:xfrm>
            <a:off x="786867" y="3480762"/>
            <a:ext cx="720976" cy="7209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B804DD96-AE3D-4DC3-B1B3-B5E0204CDAD4}"/>
              </a:ext>
            </a:extLst>
          </p:cNvPr>
          <p:cNvSpPr/>
          <p:nvPr userDrawn="1"/>
        </p:nvSpPr>
        <p:spPr>
          <a:xfrm>
            <a:off x="599790" y="3293685"/>
            <a:ext cx="1095129" cy="1095128"/>
          </a:xfrm>
          <a:prstGeom prst="arc">
            <a:avLst>
              <a:gd name="adj1" fmla="val 5327157"/>
              <a:gd name="adj2" fmla="val 16302202"/>
            </a:avLst>
          </a:prstGeom>
          <a:ln w="14605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Text Placeholder 33">
            <a:extLst>
              <a:ext uri="{FF2B5EF4-FFF2-40B4-BE49-F238E27FC236}">
                <a16:creationId xmlns:a16="http://schemas.microsoft.com/office/drawing/2014/main" id="{21EF3B5A-ACB6-416F-B6DF-283FBB7DCB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6865" y="3533465"/>
            <a:ext cx="720978" cy="61556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bg1"/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99</a:t>
            </a:r>
            <a:endParaRPr lang="en-ID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77F6B52C-7EF7-4891-8330-A6B7F22371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3382" y="3533465"/>
            <a:ext cx="3633617" cy="615566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800" b="1" baseline="0">
                <a:solidFill>
                  <a:schemeClr val="tx1"/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Content 2</a:t>
            </a:r>
            <a:endParaRPr lang="en-ID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0FB355A-4E98-41F1-AF7D-C1334E42582F}"/>
              </a:ext>
            </a:extLst>
          </p:cNvPr>
          <p:cNvSpPr/>
          <p:nvPr userDrawn="1"/>
        </p:nvSpPr>
        <p:spPr>
          <a:xfrm>
            <a:off x="603194" y="4983942"/>
            <a:ext cx="5094156" cy="1074717"/>
          </a:xfrm>
          <a:prstGeom prst="roundRect">
            <a:avLst>
              <a:gd name="adj" fmla="val 50000"/>
            </a:avLst>
          </a:prstGeom>
          <a:noFill/>
          <a:ln w="50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5073973-6C16-47D2-A061-7E42A96B84AD}"/>
              </a:ext>
            </a:extLst>
          </p:cNvPr>
          <p:cNvSpPr/>
          <p:nvPr userDrawn="1"/>
        </p:nvSpPr>
        <p:spPr>
          <a:xfrm>
            <a:off x="786867" y="5160814"/>
            <a:ext cx="720976" cy="7209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5358248D-8CF6-4198-805B-4705FD473EC4}"/>
              </a:ext>
            </a:extLst>
          </p:cNvPr>
          <p:cNvSpPr/>
          <p:nvPr userDrawn="1"/>
        </p:nvSpPr>
        <p:spPr>
          <a:xfrm>
            <a:off x="599790" y="4973737"/>
            <a:ext cx="1095129" cy="1095128"/>
          </a:xfrm>
          <a:prstGeom prst="arc">
            <a:avLst>
              <a:gd name="adj1" fmla="val 5327157"/>
              <a:gd name="adj2" fmla="val 16302202"/>
            </a:avLst>
          </a:prstGeom>
          <a:ln w="14605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8C73D510-A9C8-43CE-8F10-8E19466248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6865" y="5213517"/>
            <a:ext cx="720978" cy="61556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bg1"/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99</a:t>
            </a:r>
            <a:endParaRPr lang="en-ID" dirty="0"/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87C91BC7-4BAE-4464-9F0E-EADF657E68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73382" y="5213517"/>
            <a:ext cx="3633617" cy="615566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800" b="1" baseline="0">
                <a:solidFill>
                  <a:schemeClr val="tx1"/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Content 3</a:t>
            </a:r>
            <a:endParaRPr lang="en-ID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8D8082D-FB2E-4F9E-A990-FE7DB3C00274}"/>
              </a:ext>
            </a:extLst>
          </p:cNvPr>
          <p:cNvSpPr/>
          <p:nvPr userDrawn="1"/>
        </p:nvSpPr>
        <p:spPr>
          <a:xfrm>
            <a:off x="6494650" y="2439781"/>
            <a:ext cx="5094156" cy="1074717"/>
          </a:xfrm>
          <a:prstGeom prst="roundRect">
            <a:avLst>
              <a:gd name="adj" fmla="val 50000"/>
            </a:avLst>
          </a:prstGeom>
          <a:noFill/>
          <a:ln w="50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0EB3F72-1554-450F-BF5A-9ED8D39AD9BF}"/>
              </a:ext>
            </a:extLst>
          </p:cNvPr>
          <p:cNvSpPr/>
          <p:nvPr userDrawn="1"/>
        </p:nvSpPr>
        <p:spPr>
          <a:xfrm>
            <a:off x="6678323" y="2616653"/>
            <a:ext cx="720976" cy="7209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1753EED1-FD46-4CBC-9925-DD34B2255B93}"/>
              </a:ext>
            </a:extLst>
          </p:cNvPr>
          <p:cNvSpPr/>
          <p:nvPr userDrawn="1"/>
        </p:nvSpPr>
        <p:spPr>
          <a:xfrm>
            <a:off x="6491246" y="2429576"/>
            <a:ext cx="1095129" cy="1095128"/>
          </a:xfrm>
          <a:prstGeom prst="arc">
            <a:avLst>
              <a:gd name="adj1" fmla="val 5327157"/>
              <a:gd name="adj2" fmla="val 16302202"/>
            </a:avLst>
          </a:prstGeom>
          <a:ln w="14605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3" name="Text Placeholder 33">
            <a:extLst>
              <a:ext uri="{FF2B5EF4-FFF2-40B4-BE49-F238E27FC236}">
                <a16:creationId xmlns:a16="http://schemas.microsoft.com/office/drawing/2014/main" id="{C9071F21-5FB5-4D01-9992-9FFD4A420B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78321" y="2669356"/>
            <a:ext cx="720978" cy="61556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bg1"/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99</a:t>
            </a:r>
            <a:endParaRPr lang="en-ID" dirty="0"/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22D387B0-7C5D-4919-830D-82415339E3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64838" y="2669356"/>
            <a:ext cx="3633617" cy="615566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800" b="1" baseline="0">
                <a:solidFill>
                  <a:schemeClr val="tx1"/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Content 4</a:t>
            </a:r>
            <a:endParaRPr lang="en-ID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B10862F-9D06-4F21-91CD-48FC48E44A0F}"/>
              </a:ext>
            </a:extLst>
          </p:cNvPr>
          <p:cNvSpPr/>
          <p:nvPr userDrawn="1"/>
        </p:nvSpPr>
        <p:spPr>
          <a:xfrm>
            <a:off x="6494650" y="4130039"/>
            <a:ext cx="5094156" cy="1074717"/>
          </a:xfrm>
          <a:prstGeom prst="roundRect">
            <a:avLst>
              <a:gd name="adj" fmla="val 50000"/>
            </a:avLst>
          </a:prstGeom>
          <a:noFill/>
          <a:ln w="50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20BCE9E-4E93-4727-8BBD-F0EBAA391121}"/>
              </a:ext>
            </a:extLst>
          </p:cNvPr>
          <p:cNvSpPr/>
          <p:nvPr userDrawn="1"/>
        </p:nvSpPr>
        <p:spPr>
          <a:xfrm>
            <a:off x="6678323" y="4306911"/>
            <a:ext cx="720976" cy="7209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C49113E2-393D-47C1-BB70-C8FA09096D16}"/>
              </a:ext>
            </a:extLst>
          </p:cNvPr>
          <p:cNvSpPr/>
          <p:nvPr userDrawn="1"/>
        </p:nvSpPr>
        <p:spPr>
          <a:xfrm>
            <a:off x="6491246" y="4119834"/>
            <a:ext cx="1095129" cy="1095128"/>
          </a:xfrm>
          <a:prstGeom prst="arc">
            <a:avLst>
              <a:gd name="adj1" fmla="val 5327157"/>
              <a:gd name="adj2" fmla="val 16302202"/>
            </a:avLst>
          </a:prstGeom>
          <a:ln w="14605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Text Placeholder 33">
            <a:extLst>
              <a:ext uri="{FF2B5EF4-FFF2-40B4-BE49-F238E27FC236}">
                <a16:creationId xmlns:a16="http://schemas.microsoft.com/office/drawing/2014/main" id="{86D48A34-0EF1-490E-93EA-7651A2BCA6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78321" y="4359614"/>
            <a:ext cx="720978" cy="61556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bg1"/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99</a:t>
            </a:r>
            <a:endParaRPr lang="en-ID" dirty="0"/>
          </a:p>
        </p:txBody>
      </p:sp>
      <p:sp>
        <p:nvSpPr>
          <p:cNvPr id="49" name="Text Placeholder 33">
            <a:extLst>
              <a:ext uri="{FF2B5EF4-FFF2-40B4-BE49-F238E27FC236}">
                <a16:creationId xmlns:a16="http://schemas.microsoft.com/office/drawing/2014/main" id="{C09115DD-F817-499A-826B-B7DC3E24571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64838" y="4359614"/>
            <a:ext cx="3633617" cy="615566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800" b="1" baseline="0">
                <a:solidFill>
                  <a:schemeClr val="tx1"/>
                </a:solidFill>
                <a:latin typeface="Comfortaa" panose="00000500000000000000" pitchFamily="2" charset="0"/>
              </a:defRPr>
            </a:lvl1pPr>
          </a:lstStyle>
          <a:p>
            <a:pPr lvl="0"/>
            <a:r>
              <a:rPr lang="en-US" dirty="0"/>
              <a:t>Content 5</a:t>
            </a:r>
            <a:endParaRPr lang="en-ID" dirty="0"/>
          </a:p>
        </p:txBody>
      </p:sp>
      <p:pic>
        <p:nvPicPr>
          <p:cNvPr id="50" name="Picture 2" descr="E:\Desain\PPT UNS\UNS Bingka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35" y="121090"/>
            <a:ext cx="2022037" cy="9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 descr="E:\Desain\PPT UNS\Active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101" y="6085365"/>
            <a:ext cx="1933200" cy="65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3" descr="E:\Desain\PPT UNS\green campus edit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696" y="5434655"/>
            <a:ext cx="1931987" cy="1408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1" descr="E:\Desain\PPT UNS\Slide 1 Corner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6" y="146172"/>
            <a:ext cx="2023200" cy="76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3" descr="E:\Desain\PPT UNS\Twibon edit.pn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7" r="7977"/>
          <a:stretch/>
        </p:blipFill>
        <p:spPr bwMode="auto">
          <a:xfrm>
            <a:off x="1983257" y="6452170"/>
            <a:ext cx="589630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904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decel="8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2" decel="56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9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9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6" presetClass="emph" presetSubtype="0" fill="hold" grpId="1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57" dur="250" tmFilter="0, 0; .2, .5; .8, .5; 1, 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125" autoRev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5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decel="8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2" decel="56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9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9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6" presetClass="emph" presetSubtype="0" fill="hold" grpId="1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83" dur="250" tmFilter="0, 0; .2, .5; .8, .5; 1, 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125" autoRev="1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5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2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8" decel="8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2" decel="56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9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9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6" presetClass="emph" presetSubtype="0" fill="hold" grpId="1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9" dur="250" tmFilter="0, 0; .2, .5; .8, .5; 1, 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0" dur="125" autoRev="1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1" presetID="5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2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2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25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2" decel="8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3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2" decel="56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9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9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6" presetClass="emph" presetSubtype="0" fill="hold" grpId="1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35" dur="250" tmFilter="0, 0; .2, .5; .8, .5; 1, 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" dur="125" autoRev="1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" presetID="5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2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2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25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2" decel="8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3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3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2" decel="56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9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9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6" presetClass="emph" presetSubtype="0" fill="hold" grpId="1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61" dur="250" tmFilter="0, 0; .2, .5; .8, .5; 1, 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2" dur="125" autoRev="1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3" presetID="5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25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25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25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8" grpId="0" animBg="1"/>
      <p:bldP spid="5" grpId="0" build="p">
        <p:tmplLst>
          <p:tmpl lvl="1">
            <p:tnLst>
              <p:par>
                <p:cTn presetID="2" presetClass="entr" presetSubtype="2" decel="56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9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9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1" build="p">
        <p:tmplLst>
          <p:tmpl lvl="1">
            <p:tnLst>
              <p:par>
                <p:cTn presetID="26" presetClass="emph" presetSubtype="0" fill="hold" nodeType="withEffect">
                  <p:stCondLst>
                    <p:cond delay="750"/>
                  </p:stCondLst>
                  <p:iterate type="wd">
                    <p:tmPct val="0"/>
                  </p:iterate>
                  <p:childTnLst>
                    <p:animEffect transition="out" filter="fade">
                      <p:cBhvr>
                        <p:cTn dur="250" tmFilter="0, 0; .2, .5; .8, .5; 1, 0"/>
                        <p:tgtEl>
                          <p:spTgt spid="5"/>
                        </p:tgtEl>
                      </p:cBhvr>
                    </p:animEffect>
                    <p:animScale>
                      <p:cBhvr>
                        <p:cTn dur="125" autoRev="1" fill="hold"/>
                        <p:tgtEl>
                          <p:spTgt spid="5"/>
                        </p:tgtEl>
                      </p:cBhvr>
                      <p:by x="105000" y="105000"/>
                    </p:animScale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7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 animBg="1"/>
      <p:bldP spid="33" grpId="0" build="p">
        <p:tmplLst>
          <p:tmpl lvl="1">
            <p:tnLst>
              <p:par>
                <p:cTn presetID="2" presetClass="entr" presetSubtype="2" decel="56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9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9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1" build="p">
        <p:tmplLst>
          <p:tmpl lvl="1">
            <p:tnLst>
              <p:par>
                <p:cTn presetID="26" presetClass="emph" presetSubtype="0" fill="hold" nodeType="withEffect">
                  <p:stCondLst>
                    <p:cond delay="750"/>
                  </p:stCondLst>
                  <p:iterate type="wd">
                    <p:tmPct val="0"/>
                  </p:iterate>
                  <p:childTnLst>
                    <p:animEffect transition="out" filter="fade">
                      <p:cBhvr>
                        <p:cTn dur="250" tmFilter="0, 0; .2, .5; .8, .5; 1, 0"/>
                        <p:tgtEl>
                          <p:spTgt spid="33"/>
                        </p:tgtEl>
                      </p:cBhvr>
                    </p:animEffect>
                    <p:animScale>
                      <p:cBhvr>
                        <p:cTn dur="125" autoRev="1" fill="hold"/>
                        <p:tgtEl>
                          <p:spTgt spid="33"/>
                        </p:tgtEl>
                      </p:cBhvr>
                      <p:by x="105000" y="105000"/>
                    </p:animScale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7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  <p:bldP spid="36" grpId="0" animBg="1"/>
      <p:bldP spid="37" grpId="0" animBg="1"/>
      <p:bldP spid="38" grpId="0" build="p">
        <p:tmplLst>
          <p:tmpl lvl="1">
            <p:tnLst>
              <p:par>
                <p:cTn presetID="2" presetClass="entr" presetSubtype="2" decel="56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9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9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1" build="p">
        <p:tmplLst>
          <p:tmpl lvl="1">
            <p:tnLst>
              <p:par>
                <p:cTn presetID="26" presetClass="emph" presetSubtype="0" fill="hold" nodeType="withEffect">
                  <p:stCondLst>
                    <p:cond delay="750"/>
                  </p:stCondLst>
                  <p:iterate type="wd">
                    <p:tmPct val="0"/>
                  </p:iterate>
                  <p:childTnLst>
                    <p:animEffect transition="out" filter="fade">
                      <p:cBhvr>
                        <p:cTn dur="250" tmFilter="0, 0; .2, .5; .8, .5; 1, 0"/>
                        <p:tgtEl>
                          <p:spTgt spid="38"/>
                        </p:tgtEl>
                      </p:cBhvr>
                    </p:animEffect>
                    <p:animScale>
                      <p:cBhvr>
                        <p:cTn dur="125" autoRev="1" fill="hold"/>
                        <p:tgtEl>
                          <p:spTgt spid="38"/>
                        </p:tgtEl>
                      </p:cBhvr>
                      <p:by x="105000" y="105000"/>
                    </p:animScale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7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3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3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animBg="1"/>
      <p:bldP spid="41" grpId="0" animBg="1"/>
      <p:bldP spid="42" grpId="0" animBg="1"/>
      <p:bldP spid="43" grpId="0" build="p">
        <p:tmplLst>
          <p:tmpl lvl="1">
            <p:tnLst>
              <p:par>
                <p:cTn presetID="2" presetClass="entr" presetSubtype="2" decel="56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9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9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1" build="p">
        <p:tmplLst>
          <p:tmpl lvl="1">
            <p:tnLst>
              <p:par>
                <p:cTn presetID="26" presetClass="emph" presetSubtype="0" fill="hold" nodeType="withEffect">
                  <p:stCondLst>
                    <p:cond delay="750"/>
                  </p:stCondLst>
                  <p:iterate type="wd">
                    <p:tmPct val="0"/>
                  </p:iterate>
                  <p:childTnLst>
                    <p:animEffect transition="out" filter="fade">
                      <p:cBhvr>
                        <p:cTn dur="250" tmFilter="0, 0; .2, .5; .8, .5; 1, 0"/>
                        <p:tgtEl>
                          <p:spTgt spid="43"/>
                        </p:tgtEl>
                      </p:cBhvr>
                    </p:animEffect>
                    <p:animScale>
                      <p:cBhvr>
                        <p:cTn dur="125" autoRev="1" fill="hold"/>
                        <p:tgtEl>
                          <p:spTgt spid="43"/>
                        </p:tgtEl>
                      </p:cBhvr>
                      <p:by x="105000" y="105000"/>
                    </p:animScale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7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animBg="1"/>
      <p:bldP spid="46" grpId="0" animBg="1"/>
      <p:bldP spid="47" grpId="0" animBg="1"/>
      <p:bldP spid="48" grpId="0" build="p">
        <p:tmplLst>
          <p:tmpl lvl="1">
            <p:tnLst>
              <p:par>
                <p:cTn presetID="2" presetClass="entr" presetSubtype="2" decel="56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9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9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1" build="p">
        <p:tmplLst>
          <p:tmpl lvl="1">
            <p:tnLst>
              <p:par>
                <p:cTn presetID="26" presetClass="emph" presetSubtype="0" fill="hold" nodeType="withEffect">
                  <p:stCondLst>
                    <p:cond delay="750"/>
                  </p:stCondLst>
                  <p:iterate type="wd">
                    <p:tmPct val="0"/>
                  </p:iterate>
                  <p:childTnLst>
                    <p:animEffect transition="out" filter="fade">
                      <p:cBhvr>
                        <p:cTn dur="250" tmFilter="0, 0; .2, .5; .8, .5; 1, 0"/>
                        <p:tgtEl>
                          <p:spTgt spid="48"/>
                        </p:tgtEl>
                      </p:cBhvr>
                    </p:animEffect>
                    <p:animScale>
                      <p:cBhvr>
                        <p:cTn dur="125" autoRev="1" fill="hold"/>
                        <p:tgtEl>
                          <p:spTgt spid="48"/>
                        </p:tgtEl>
                      </p:cBhvr>
                      <p:by x="105000" y="105000"/>
                    </p:animScale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50" presetClass="entr" presetSubtype="0" decel="100000" fill="hold" nodeType="withEffect">
                  <p:stCondLst>
                    <p:cond delay="7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250" fill="hold"/>
                        <p:tgtEl>
                          <p:spTgt spid="4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250" fill="hold"/>
                        <p:tgtEl>
                          <p:spTgt spid="4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25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30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64D39-0CEC-42C2-B84D-F36E9564A03F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AE3B0-921C-4D8E-B4A8-BB7AB5CD29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60349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>
                <a:lumMod val="75000"/>
              </a:schemeClr>
            </a:gs>
            <a:gs pos="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64D39-0CEC-42C2-B84D-F36E9564A03F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AE3B0-921C-4D8E-B4A8-BB7AB5CD29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4006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>
                <a:lumMod val="75000"/>
              </a:schemeClr>
            </a:gs>
            <a:gs pos="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64D39-0CEC-42C2-B84D-F36E9564A03F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AE3B0-921C-4D8E-B4A8-BB7AB5CD29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5298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>
                <a:lumMod val="75000"/>
              </a:schemeClr>
            </a:gs>
            <a:gs pos="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64D39-0CEC-42C2-B84D-F36E9564A03F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AE3B0-921C-4D8E-B4A8-BB7AB5CD29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4429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64D39-0CEC-42C2-B84D-F36E9564A03F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AE3B0-921C-4D8E-B4A8-BB7AB5CD29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2845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d.wikipedia.org/wiki/Bahasa_Inggris" TargetMode="External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A557F-6F08-4C08-8C99-C6C2259325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Wiharto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BF4C0-64D5-4D1B-9940-E4EF0834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41600" y="5774266"/>
            <a:ext cx="6637867" cy="22860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/>
              <a:t>Fakultas</a:t>
            </a:r>
            <a:r>
              <a:rPr lang="en-US" b="1" dirty="0"/>
              <a:t> </a:t>
            </a:r>
            <a:r>
              <a:rPr lang="en-US" b="1" dirty="0" err="1"/>
              <a:t>Teknologi</a:t>
            </a:r>
            <a:r>
              <a:rPr lang="en-US" b="1" dirty="0"/>
              <a:t> </a:t>
            </a:r>
            <a:r>
              <a:rPr lang="en-US" b="1" dirty="0" err="1"/>
              <a:t>Informasi</a:t>
            </a:r>
            <a:r>
              <a:rPr lang="en-US" b="1" dirty="0"/>
              <a:t> dan Sains Data</a:t>
            </a:r>
            <a:endParaRPr lang="en-ID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44390-B022-404E-9C5F-A1CD50586ED0}"/>
              </a:ext>
            </a:extLst>
          </p:cNvPr>
          <p:cNvSpPr txBox="1"/>
          <p:nvPr/>
        </p:nvSpPr>
        <p:spPr>
          <a:xfrm>
            <a:off x="4428067" y="1960103"/>
            <a:ext cx="335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j-lt"/>
              </a:rPr>
              <a:t>KECERDASAN 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+mj-lt"/>
              </a:rPr>
              <a:t>BUATAN</a:t>
            </a:r>
          </a:p>
        </p:txBody>
      </p:sp>
    </p:spTree>
    <p:extLst>
      <p:ext uri="{BB962C8B-B14F-4D97-AF65-F5344CB8AC3E}">
        <p14:creationId xmlns:p14="http://schemas.microsoft.com/office/powerpoint/2010/main" val="1805836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A3C6EF-D3C7-4F09-A55B-AD26C2D7FB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CPMK</a:t>
            </a:r>
            <a:endParaRPr lang="en-ID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7CF3D1-93AC-4AC8-B7A8-51234E963A19}"/>
              </a:ext>
            </a:extLst>
          </p:cNvPr>
          <p:cNvSpPr txBox="1"/>
          <p:nvPr/>
        </p:nvSpPr>
        <p:spPr>
          <a:xfrm>
            <a:off x="1057137" y="1662043"/>
            <a:ext cx="10077725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800" i="0" dirty="0" err="1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Mahasiswa</a:t>
            </a:r>
            <a:r>
              <a:rPr lang="en-ID" sz="2800" i="0" dirty="0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ID" sz="2800" i="0" dirty="0" err="1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mampu</a:t>
            </a:r>
            <a:r>
              <a:rPr lang="en-ID" sz="2800" i="0" dirty="0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ID" sz="2800" b="1" dirty="0" err="1">
                <a:solidFill>
                  <a:srgbClr val="FF0000"/>
                </a:solidFill>
                <a:latin typeface="Abadi" panose="020B0604020104020204" pitchFamily="34" charset="0"/>
              </a:rPr>
              <a:t>m</a:t>
            </a:r>
            <a:r>
              <a:rPr lang="en-ID" sz="2800" b="1" i="0" dirty="0" err="1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enjelaskan</a:t>
            </a:r>
            <a:r>
              <a:rPr lang="en-ID" sz="2800" b="1" i="0" dirty="0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/</a:t>
            </a:r>
            <a:r>
              <a:rPr lang="en-ID" sz="2800" b="1" i="0" dirty="0" err="1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menerangkan</a:t>
            </a:r>
            <a:r>
              <a:rPr lang="en-ID" sz="2800" i="0" dirty="0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  </a:t>
            </a:r>
            <a:r>
              <a:rPr lang="en-ID" sz="2800" i="0" dirty="0" err="1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konsep</a:t>
            </a:r>
            <a:r>
              <a:rPr lang="en-ID" sz="2800" i="0" dirty="0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ID" sz="2800" i="0" dirty="0" err="1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algorima-algoritma</a:t>
            </a:r>
            <a:r>
              <a:rPr lang="en-ID" sz="2800" i="0" dirty="0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ID" sz="2800" i="0" dirty="0" err="1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kecerdasan</a:t>
            </a:r>
            <a:r>
              <a:rPr lang="en-ID" sz="2800" i="0" dirty="0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ID" sz="2800" i="0" dirty="0" err="1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Buatan</a:t>
            </a:r>
            <a:r>
              <a:rPr lang="en-ID" sz="2800" i="0" dirty="0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 : Searching, learning, dan reasoning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800" i="0" dirty="0" err="1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Mahasiswa</a:t>
            </a:r>
            <a:r>
              <a:rPr lang="en-ID" sz="2800" i="0" dirty="0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ID" sz="2800" i="0" dirty="0" err="1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mampu</a:t>
            </a:r>
            <a:r>
              <a:rPr lang="en-ID" sz="2800" i="0" dirty="0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ID" sz="2800" b="1" i="0" dirty="0" err="1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menerapkan</a:t>
            </a:r>
            <a:r>
              <a:rPr lang="en-ID" sz="2800" i="0" dirty="0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ID" sz="2800" i="0" dirty="0" err="1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kecerdasan</a:t>
            </a:r>
            <a:r>
              <a:rPr lang="en-ID" sz="2800" i="0" dirty="0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ID" sz="2800" i="0" dirty="0" err="1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Buatan</a:t>
            </a:r>
            <a:r>
              <a:rPr lang="en-ID" sz="2800" i="0" dirty="0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ID" sz="2800" i="0" dirty="0" err="1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dalam</a:t>
            </a:r>
            <a:r>
              <a:rPr lang="en-ID" sz="2800" i="0" dirty="0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ID" sz="2800" i="0" dirty="0" err="1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menyelesaikan</a:t>
            </a:r>
            <a:r>
              <a:rPr lang="en-ID" sz="2800" i="0" dirty="0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ID" sz="2800" i="0" dirty="0" err="1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masalah</a:t>
            </a:r>
            <a:r>
              <a:rPr lang="en-ID" sz="2800" i="0" dirty="0">
                <a:solidFill>
                  <a:srgbClr val="222222"/>
                </a:solidFill>
                <a:effectLst/>
                <a:latin typeface="Abadi" panose="020B0604020104020204" pitchFamily="34" charset="0"/>
              </a:rPr>
              <a:t> dan </a:t>
            </a:r>
            <a:r>
              <a:rPr lang="en-ID" sz="2800" b="1" i="0" dirty="0" err="1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menganalisisnya</a:t>
            </a:r>
            <a:endParaRPr lang="en-ID" sz="2800" b="1" i="0" dirty="0">
              <a:solidFill>
                <a:srgbClr val="FF0000"/>
              </a:solidFill>
              <a:effectLst/>
              <a:latin typeface="Abadi" panose="020B0604020104020204" pitchFamily="34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D" sz="2800" dirty="0">
              <a:effectLst/>
              <a:latin typeface="Abadi" panose="020B0604020104020204" pitchFamily="34" charset="0"/>
              <a:ea typeface="Times New Roman" panose="02020603050405020304" pitchFamily="18" charset="0"/>
              <a:cs typeface="Aharoni" panose="02010803020104030203" pitchFamily="2" charset="-79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D" sz="2800" dirty="0">
              <a:effectLst/>
              <a:latin typeface="Abadi" panose="020B0604020104020204" pitchFamily="34" charset="0"/>
              <a:ea typeface="Times New Roman" panose="02020603050405020304" pitchFamily="18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25322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349DD89-897B-44E3-B27C-08A42D3BDF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1</a:t>
            </a:r>
            <a:endParaRPr lang="en-ID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948D781-0A82-4289-8143-A79796E81F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Kecerdasan</a:t>
            </a:r>
            <a:r>
              <a:rPr lang="en-US" dirty="0"/>
              <a:t> </a:t>
            </a:r>
            <a:r>
              <a:rPr lang="en-US" dirty="0" err="1"/>
              <a:t>Buatan</a:t>
            </a:r>
            <a:endParaRPr lang="en-ID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D9D311-C52C-4085-AC66-439C358188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Materi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ID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0700BA-F273-48C5-8146-835C099A2C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2</a:t>
            </a:r>
            <a:endParaRPr lang="en-ID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C63024E-5947-4B46-A3DF-1F28937928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Intelligent Agent</a:t>
            </a:r>
            <a:endParaRPr lang="en-ID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C06338F-73E1-49F5-BEE3-550792C4AF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3</a:t>
            </a:r>
            <a:endParaRPr lang="en-ID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64EBE93-B971-4DC8-A827-B9C773EB4B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ID" dirty="0"/>
              <a:t>Searching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62D9EEF-95F5-439E-B29A-D97E76D47A7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4</a:t>
            </a:r>
            <a:endParaRPr lang="en-ID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BA5223A-2178-4D66-9255-0E43501047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Learning</a:t>
            </a:r>
            <a:endParaRPr lang="en-ID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113F84-D4EF-4213-8EDE-CC321610C5C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5</a:t>
            </a:r>
            <a:endParaRPr lang="en-ID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A91CF62-1600-42BC-871D-5C5923AF73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Reasoning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52098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A3C6EF-D3C7-4F09-A55B-AD26C2D7FB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3200" dirty="0" err="1"/>
              <a:t>Pengertian</a:t>
            </a:r>
            <a:r>
              <a:rPr lang="en-US" sz="3200" dirty="0"/>
              <a:t> </a:t>
            </a:r>
            <a:r>
              <a:rPr lang="en-US" sz="3200" dirty="0" err="1"/>
              <a:t>Kecerdasan</a:t>
            </a:r>
            <a:r>
              <a:rPr lang="en-US" sz="3200" dirty="0"/>
              <a:t> </a:t>
            </a:r>
            <a:r>
              <a:rPr lang="en-US" sz="3200" dirty="0" err="1"/>
              <a:t>Buatan</a:t>
            </a:r>
            <a:endParaRPr lang="en-ID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7CF3D1-93AC-4AC8-B7A8-51234E963A19}"/>
              </a:ext>
            </a:extLst>
          </p:cNvPr>
          <p:cNvSpPr txBox="1"/>
          <p:nvPr/>
        </p:nvSpPr>
        <p:spPr>
          <a:xfrm>
            <a:off x="1057137" y="1662043"/>
            <a:ext cx="1007772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8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Kecerdasan</a:t>
            </a:r>
            <a:r>
              <a:rPr lang="en-ID" sz="28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buatan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adalah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kecerdasan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yang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ditambahkan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kepada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suatu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sistem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yang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bisa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diatur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dalam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konteks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ilmiah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atau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bisa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disebut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juga </a:t>
            </a:r>
            <a:r>
              <a:rPr lang="en-ID" sz="28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intelegensi</a:t>
            </a:r>
            <a:r>
              <a:rPr lang="en-ID" sz="28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artifisial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ID" sz="2800" b="0" i="0" dirty="0" err="1">
                <a:solidFill>
                  <a:srgbClr val="0B0080"/>
                </a:solidFill>
                <a:effectLst/>
                <a:latin typeface="Arial" panose="020B0604020202020204" pitchFamily="34" charset="0"/>
                <a:hlinkClick r:id="rId2" tooltip="Bahasa Inggris"/>
              </a:rPr>
              <a:t>bahasa</a:t>
            </a:r>
            <a:r>
              <a:rPr lang="en-ID" sz="2800" b="0" i="0" dirty="0">
                <a:solidFill>
                  <a:srgbClr val="0B0080"/>
                </a:solidFill>
                <a:effectLst/>
                <a:latin typeface="Arial" panose="020B0604020202020204" pitchFamily="34" charset="0"/>
                <a:hlinkClick r:id="rId2" tooltip="Bahasa Inggris"/>
              </a:rPr>
              <a:t> </a:t>
            </a:r>
            <a:r>
              <a:rPr lang="en-ID" sz="2800" b="0" i="0" dirty="0" err="1">
                <a:solidFill>
                  <a:srgbClr val="0B0080"/>
                </a:solidFill>
                <a:effectLst/>
                <a:latin typeface="Arial" panose="020B0604020202020204" pitchFamily="34" charset="0"/>
                <a:hlinkClick r:id="rId2" tooltip="Bahasa Inggris"/>
              </a:rPr>
              <a:t>Inggris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 </a:t>
            </a:r>
            <a:r>
              <a:rPr lang="en-ID" sz="2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Artificial Intelligence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atau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hanya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disingkat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AI,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didefinisikan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sebagai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kecerdasan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ID" sz="28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entitas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ID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ilmiah</a:t>
            </a:r>
            <a:r>
              <a:rPr lang="en-ID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800" dirty="0" err="1">
                <a:solidFill>
                  <a:srgbClr val="222222"/>
                </a:solidFill>
                <a:latin typeface="Arial" panose="020B0604020202020204" pitchFamily="34" charset="0"/>
              </a:rPr>
              <a:t>Kecerdasan</a:t>
            </a:r>
            <a:r>
              <a:rPr lang="en-ID" sz="28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ID" sz="2800" dirty="0" err="1">
                <a:solidFill>
                  <a:srgbClr val="222222"/>
                </a:solidFill>
                <a:latin typeface="Arial" panose="020B0604020202020204" pitchFamily="34" charset="0"/>
              </a:rPr>
              <a:t>buatan</a:t>
            </a:r>
            <a:r>
              <a:rPr lang="en-ID" sz="28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ID" sz="2800" dirty="0" err="1">
                <a:solidFill>
                  <a:srgbClr val="222222"/>
                </a:solidFill>
                <a:latin typeface="Arial" panose="020B0604020202020204" pitchFamily="34" charset="0"/>
              </a:rPr>
              <a:t>adalah</a:t>
            </a:r>
            <a:r>
              <a:rPr lang="en-ID" sz="28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ID" sz="2800" dirty="0" err="1"/>
              <a:t>cabang</a:t>
            </a:r>
            <a:r>
              <a:rPr lang="en-ID" sz="2800" dirty="0"/>
              <a:t> </a:t>
            </a:r>
            <a:r>
              <a:rPr lang="en-ID" sz="2800" dirty="0" err="1"/>
              <a:t>ilmu</a:t>
            </a:r>
            <a:r>
              <a:rPr lang="en-ID" sz="2800" dirty="0"/>
              <a:t> </a:t>
            </a:r>
            <a:r>
              <a:rPr lang="en-ID" sz="2800" dirty="0" err="1"/>
              <a:t>komputer</a:t>
            </a:r>
            <a:r>
              <a:rPr lang="en-ID" sz="2800" dirty="0"/>
              <a:t> yang </a:t>
            </a:r>
            <a:r>
              <a:rPr lang="en-ID" sz="2800" dirty="0" err="1"/>
              <a:t>berfokus</a:t>
            </a:r>
            <a:r>
              <a:rPr lang="en-ID" sz="2800" dirty="0"/>
              <a:t> pada </a:t>
            </a:r>
            <a:r>
              <a:rPr lang="en-ID" sz="2800" dirty="0" err="1"/>
              <a:t>pembuatan</a:t>
            </a:r>
            <a:r>
              <a:rPr lang="en-ID" sz="2800" dirty="0"/>
              <a:t> </a:t>
            </a:r>
            <a:r>
              <a:rPr lang="en-ID" sz="2800" dirty="0" err="1"/>
              <a:t>sistem</a:t>
            </a:r>
            <a:r>
              <a:rPr lang="en-ID" sz="2800" dirty="0"/>
              <a:t> </a:t>
            </a:r>
            <a:r>
              <a:rPr lang="en-ID" sz="2800" dirty="0" err="1"/>
              <a:t>atau</a:t>
            </a:r>
            <a:r>
              <a:rPr lang="en-ID" sz="2800" dirty="0"/>
              <a:t> </a:t>
            </a:r>
            <a:r>
              <a:rPr lang="en-ID" sz="2800" dirty="0" err="1"/>
              <a:t>mesin</a:t>
            </a:r>
            <a:r>
              <a:rPr lang="en-ID" sz="2800" dirty="0"/>
              <a:t> yang </a:t>
            </a:r>
            <a:r>
              <a:rPr lang="en-ID" sz="2800" dirty="0" err="1"/>
              <a:t>dapat</a:t>
            </a:r>
            <a:r>
              <a:rPr lang="en-ID" sz="2800" dirty="0"/>
              <a:t> </a:t>
            </a:r>
            <a:r>
              <a:rPr lang="en-ID" sz="2800" dirty="0" err="1"/>
              <a:t>meniru</a:t>
            </a:r>
            <a:r>
              <a:rPr lang="en-ID" sz="2800" dirty="0"/>
              <a:t> </a:t>
            </a:r>
            <a:r>
              <a:rPr lang="en-ID" sz="2800" dirty="0" err="1"/>
              <a:t>kecerdasan</a:t>
            </a:r>
            <a:r>
              <a:rPr lang="en-ID" sz="2800" dirty="0"/>
              <a:t> </a:t>
            </a:r>
            <a:r>
              <a:rPr lang="en-ID" sz="2800" dirty="0" err="1"/>
              <a:t>manusia</a:t>
            </a:r>
            <a:r>
              <a:rPr lang="en-ID" sz="2800" dirty="0"/>
              <a:t>.</a:t>
            </a:r>
            <a:endParaRPr lang="en-ID" sz="28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D" sz="2800" dirty="0">
              <a:effectLst/>
              <a:latin typeface="Abadi" panose="020B0604020104020204" pitchFamily="34" charset="0"/>
              <a:ea typeface="Times New Roman" panose="02020603050405020304" pitchFamily="18" charset="0"/>
              <a:cs typeface="Aharoni" panose="02010803020104030203" pitchFamily="2" charset="-79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D" sz="2800" dirty="0">
              <a:effectLst/>
              <a:latin typeface="Abadi" panose="020B0604020104020204" pitchFamily="34" charset="0"/>
              <a:ea typeface="Times New Roman" panose="02020603050405020304" pitchFamily="18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5528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2852-6CA7-6137-A432-A41D9620D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3AB09F9-8E15-99F8-D914-EBFA802B15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3200" dirty="0" err="1"/>
              <a:t>Pengertian</a:t>
            </a:r>
            <a:r>
              <a:rPr lang="en-US" sz="3200" dirty="0"/>
              <a:t> </a:t>
            </a:r>
            <a:r>
              <a:rPr lang="en-US" sz="3200" dirty="0" err="1"/>
              <a:t>kecerdasan</a:t>
            </a:r>
            <a:r>
              <a:rPr lang="en-US" sz="3200" dirty="0"/>
              <a:t> </a:t>
            </a:r>
            <a:r>
              <a:rPr lang="en-US" sz="3200" dirty="0" err="1"/>
              <a:t>buatan</a:t>
            </a:r>
            <a:endParaRPr lang="en-ID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53D190-D119-94B0-F8D1-2D789CD14194}"/>
              </a:ext>
            </a:extLst>
          </p:cNvPr>
          <p:cNvSpPr txBox="1"/>
          <p:nvPr/>
        </p:nvSpPr>
        <p:spPr>
          <a:xfrm>
            <a:off x="1057137" y="1725543"/>
            <a:ext cx="100777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Kecerdasan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buatan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atau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Artificial Intelligence (AI)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adalah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simulasi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dari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kecerdasan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yang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dimiliki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oleh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manusia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yang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dimodelkan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di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dalam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mesin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dan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diprogram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agar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bisa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berpikir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seperti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halnya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manusia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. 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Sedangkan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menurut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Mc Leod dan Schell, 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kecerdasan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buatan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adalah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aktivitas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penyediaan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mesin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seperti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komputer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dengan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kemampuan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untuk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menampilkan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perilaku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yang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dianggap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sama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cerdasnya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dengan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jika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kemampuan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tersebut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ditampilkan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oleh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manusia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Dengan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kata lain AI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merupakan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sistem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komputer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yang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bisa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melakukan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pekerjaan-pekerjaan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yang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umumnya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memerlukan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tenaga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manusia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atau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kecerdasan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manusia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untuk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menyelesaikan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pekerjaan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tersebut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3004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12D62-BD55-06AF-4F56-A4A8BA3A0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4630B0-A9B2-B92E-296B-F888A03502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3200" dirty="0"/>
              <a:t>AI </a:t>
            </a:r>
            <a:r>
              <a:rPr lang="en-US" sz="3200" dirty="0" err="1"/>
              <a:t>dalam</a:t>
            </a:r>
            <a:r>
              <a:rPr lang="en-US" sz="3200" dirty="0"/>
              <a:t> </a:t>
            </a:r>
            <a:r>
              <a:rPr lang="en-US" sz="3200" dirty="0" err="1"/>
              <a:t>Keseharian</a:t>
            </a:r>
            <a:endParaRPr lang="en-ID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C664F8-FEB8-AAD8-640C-9ADE8726B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579" y="1720210"/>
            <a:ext cx="8353955" cy="43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628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A3C6EF-D3C7-4F09-A55B-AD26C2D7FB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Intelligence Agent</a:t>
            </a:r>
            <a:endParaRPr lang="en-ID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7CF3D1-93AC-4AC8-B7A8-51234E963A19}"/>
              </a:ext>
            </a:extLst>
          </p:cNvPr>
          <p:cNvSpPr txBox="1"/>
          <p:nvPr/>
        </p:nvSpPr>
        <p:spPr>
          <a:xfrm>
            <a:off x="1031737" y="1530810"/>
            <a:ext cx="108639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 algn="just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D" sz="2400" dirty="0" err="1"/>
              <a:t>S</a:t>
            </a:r>
            <a:r>
              <a:rPr lang="en-ID" altLang="x-none" sz="2400" dirty="0" err="1"/>
              <a:t>egala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sesuatu</a:t>
            </a:r>
            <a:r>
              <a:rPr lang="en-ID" altLang="x-none" sz="2400" dirty="0"/>
              <a:t> yang </a:t>
            </a:r>
            <a:r>
              <a:rPr lang="en-ID" altLang="x-none" sz="2400" dirty="0" err="1"/>
              <a:t>dapat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melihat</a:t>
            </a:r>
            <a:r>
              <a:rPr lang="en-ID" altLang="x-none" sz="2400" dirty="0"/>
              <a:t>/</a:t>
            </a:r>
            <a:r>
              <a:rPr lang="en-ID" altLang="x-none" sz="2400" dirty="0" err="1"/>
              <a:t>merasakan</a:t>
            </a:r>
            <a:r>
              <a:rPr lang="en-ID" altLang="x-none" sz="2400" dirty="0"/>
              <a:t>/</a:t>
            </a:r>
            <a:r>
              <a:rPr lang="en-ID" altLang="x-none" sz="2400" dirty="0" err="1"/>
              <a:t>mengetahui</a:t>
            </a:r>
            <a:r>
              <a:rPr lang="en-ID" altLang="x-none" sz="2400" dirty="0"/>
              <a:t> (</a:t>
            </a:r>
            <a:r>
              <a:rPr lang="en-ID" altLang="x-none" sz="2400" dirty="0">
                <a:solidFill>
                  <a:srgbClr val="FF0000"/>
                </a:solidFill>
              </a:rPr>
              <a:t>perceiving</a:t>
            </a:r>
            <a:r>
              <a:rPr lang="en-ID" altLang="x-none" sz="2400" dirty="0"/>
              <a:t>) </a:t>
            </a:r>
            <a:r>
              <a:rPr lang="en-ID" altLang="x-none" sz="2400" dirty="0" err="1"/>
              <a:t>lingkungannya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melalui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sejumlah</a:t>
            </a:r>
            <a:r>
              <a:rPr lang="en-ID" altLang="x-none" sz="2400" dirty="0"/>
              <a:t> </a:t>
            </a:r>
            <a:r>
              <a:rPr lang="en-ID" altLang="x-none" sz="2400" dirty="0">
                <a:solidFill>
                  <a:srgbClr val="FF0000"/>
                </a:solidFill>
              </a:rPr>
              <a:t>sensor</a:t>
            </a:r>
            <a:r>
              <a:rPr lang="en-ID" altLang="x-none" sz="2400" dirty="0"/>
              <a:t>, </a:t>
            </a:r>
            <a:r>
              <a:rPr lang="en-ID" altLang="x-none" sz="2400" dirty="0" err="1"/>
              <a:t>bertindak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sesuai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dengan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lingkungannya</a:t>
            </a:r>
            <a:r>
              <a:rPr lang="en-ID" altLang="x-none" sz="2400" dirty="0"/>
              <a:t> (</a:t>
            </a:r>
            <a:r>
              <a:rPr lang="en-ID" altLang="x-none" sz="2400" dirty="0">
                <a:solidFill>
                  <a:srgbClr val="FF0000"/>
                </a:solidFill>
              </a:rPr>
              <a:t>action</a:t>
            </a:r>
            <a:r>
              <a:rPr lang="en-ID" altLang="x-none" sz="2400" dirty="0"/>
              <a:t>)</a:t>
            </a:r>
            <a:r>
              <a:rPr lang="en-ID" sz="2400" dirty="0"/>
              <a:t> </a:t>
            </a:r>
            <a:r>
              <a:rPr lang="en-ID" altLang="x-none" sz="2400" dirty="0" err="1"/>
              <a:t>meng</a:t>
            </a:r>
            <a:r>
              <a:rPr lang="en-ID" sz="2400" dirty="0" err="1"/>
              <a:t>g</a:t>
            </a:r>
            <a:r>
              <a:rPr lang="en-ID" altLang="x-none" sz="2400" dirty="0" err="1"/>
              <a:t>unakan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peralatan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penggeraknya</a:t>
            </a:r>
            <a:r>
              <a:rPr lang="en-ID" altLang="x-none" sz="2400" dirty="0"/>
              <a:t> (</a:t>
            </a:r>
            <a:r>
              <a:rPr lang="en-ID" altLang="x-none" sz="2400" dirty="0">
                <a:solidFill>
                  <a:srgbClr val="FF0000"/>
                </a:solidFill>
              </a:rPr>
              <a:t>actuator</a:t>
            </a:r>
            <a:r>
              <a:rPr lang="en-ID" altLang="x-none" sz="2400" dirty="0"/>
              <a:t>) (Russel dan Norvig).</a:t>
            </a:r>
            <a:endParaRPr lang="en-ID" sz="2400" dirty="0"/>
          </a:p>
          <a:p>
            <a:pPr marL="357188" indent="-357188" algn="just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D" altLang="x-none" sz="2400" dirty="0"/>
              <a:t>Intelligence agent </a:t>
            </a:r>
            <a:r>
              <a:rPr lang="en-ID" altLang="x-none" sz="2400" dirty="0" err="1"/>
              <a:t>adalah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sistem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perangkat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lunak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atau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algoritma</a:t>
            </a:r>
            <a:r>
              <a:rPr lang="en-ID" altLang="x-none" sz="2400" dirty="0"/>
              <a:t> yang </a:t>
            </a:r>
            <a:r>
              <a:rPr lang="en-ID" altLang="x-none" sz="2400" dirty="0" err="1"/>
              <a:t>dapat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mengamati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lingkungan</a:t>
            </a:r>
            <a:r>
              <a:rPr lang="en-ID" altLang="x-none" sz="2400" dirty="0"/>
              <a:t>, </a:t>
            </a:r>
            <a:r>
              <a:rPr lang="en-ID" altLang="x-none" sz="2400" dirty="0" err="1"/>
              <a:t>memproses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informasi</a:t>
            </a:r>
            <a:r>
              <a:rPr lang="en-ID" altLang="x-none" sz="2400" dirty="0"/>
              <a:t>, dan </a:t>
            </a:r>
            <a:r>
              <a:rPr lang="en-ID" altLang="x-none" sz="2400" dirty="0" err="1"/>
              <a:t>mengambil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keputusan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secara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otomatis</a:t>
            </a:r>
            <a:r>
              <a:rPr lang="en-ID" altLang="x-none" sz="2400" dirty="0"/>
              <a:t>.</a:t>
            </a:r>
          </a:p>
          <a:p>
            <a:pPr marL="357188" indent="-357188" algn="just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D" altLang="x-none" sz="2400" dirty="0" err="1"/>
              <a:t>Contohnya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termasuk</a:t>
            </a:r>
            <a:r>
              <a:rPr lang="en-ID" altLang="x-none" sz="2400" dirty="0"/>
              <a:t> chatbot, </a:t>
            </a:r>
            <a:r>
              <a:rPr lang="en-ID" altLang="x-none" sz="2400" dirty="0" err="1"/>
              <a:t>sistem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rekomendasi</a:t>
            </a:r>
            <a:r>
              <a:rPr lang="en-ID" altLang="x-none" sz="2400" dirty="0"/>
              <a:t>, dan </a:t>
            </a:r>
            <a:r>
              <a:rPr lang="en-ID" altLang="x-none" sz="2400" dirty="0" err="1"/>
              <a:t>agen</a:t>
            </a:r>
            <a:r>
              <a:rPr lang="en-ID" altLang="x-none" sz="2400" dirty="0"/>
              <a:t> </a:t>
            </a:r>
            <a:r>
              <a:rPr lang="en-ID" altLang="x-none" sz="2400" dirty="0" err="1"/>
              <a:t>dalam</a:t>
            </a:r>
            <a:r>
              <a:rPr lang="en-ID" altLang="x-none" sz="2400" dirty="0"/>
              <a:t> game AI.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12F025-4AB7-BAFC-D8B0-FD7359F3D3FE}"/>
              </a:ext>
            </a:extLst>
          </p:cNvPr>
          <p:cNvPicPr>
            <a:picLocks/>
          </p:cNvPicPr>
          <p:nvPr/>
        </p:nvPicPr>
        <p:blipFill>
          <a:blip r:embed="rId2"/>
          <a:srcRect l="24445" t="29662" r="24861" b="31026"/>
          <a:stretch>
            <a:fillRect/>
          </a:stretch>
        </p:blipFill>
        <p:spPr>
          <a:xfrm>
            <a:off x="2729710" y="4577798"/>
            <a:ext cx="4627823" cy="170012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060427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B34A-4BD7-2999-E8F8-B4FF5CCA8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51F7F4E-49C0-07BE-C4B5-71D63CE45F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Searching</a:t>
            </a:r>
            <a:endParaRPr lang="en-ID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94304-2611-0432-3BFD-C73AF7D54D18}"/>
              </a:ext>
            </a:extLst>
          </p:cNvPr>
          <p:cNvSpPr txBox="1"/>
          <p:nvPr/>
        </p:nvSpPr>
        <p:spPr>
          <a:xfrm>
            <a:off x="1057137" y="1725543"/>
            <a:ext cx="10077725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Teknik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pencarian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,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yaitu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teknik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penyelesaian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masalah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yang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mempresentasikan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masalah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ke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dalam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ruang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keadaan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(state) dan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secara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sistematis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melakukan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pembangkitan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dan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pengujian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state-state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dari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initial state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sampai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ditemukan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suatu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goal state.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Digunakan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dalam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pencarian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rute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optimum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untuk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memandu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seseorang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di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perjalanan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,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misal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di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swedia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setiap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taksi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dilengkapi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dengan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GPS (Global Positioning System)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Algoritma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uninformed/informed search; heuristic search; adversarial search;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algoritma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search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untuk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constraint satisfaction problem</a:t>
            </a:r>
          </a:p>
        </p:txBody>
      </p:sp>
    </p:spTree>
    <p:extLst>
      <p:ext uri="{BB962C8B-B14F-4D97-AF65-F5344CB8AC3E}">
        <p14:creationId xmlns:p14="http://schemas.microsoft.com/office/powerpoint/2010/main" val="3313911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A3C6EF-D3C7-4F09-A55B-AD26C2D7FB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D" dirty="0"/>
              <a:t>Reasoning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7CF3D1-93AC-4AC8-B7A8-51234E963A19}"/>
              </a:ext>
            </a:extLst>
          </p:cNvPr>
          <p:cNvSpPr txBox="1"/>
          <p:nvPr/>
        </p:nvSpPr>
        <p:spPr>
          <a:xfrm>
            <a:off x="1057137" y="1725543"/>
            <a:ext cx="100777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Reasoning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adalah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proses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berpikir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atau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mengambil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keputusan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berdasarkan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informasi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yang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tersedia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.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Ini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adalah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salah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satu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komponen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utama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dalam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AI yang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memungkinkan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sistem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untuk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memecahkan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masalah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,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menarik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kesimpulan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,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atau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membuat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prediksi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A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lgoritma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berbasis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pengetahuan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meliputi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representasi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serta</a:t>
            </a: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inference </a:t>
            </a:r>
            <a:endParaRPr lang="en-ID" sz="2200" dirty="0">
              <a:latin typeface="Abadi" panose="020B0604020104020204" pitchFamily="34" charset="0"/>
              <a:ea typeface="Times New Roman" panose="02020603050405020304" pitchFamily="18" charset="0"/>
              <a:cs typeface="Aharoni" panose="02010803020104030203" pitchFamily="2" charset="-79"/>
            </a:endParaRP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Propositional logic, 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First order logic, 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Fuzzy logic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Proportional logic dan First order logic 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  <a:sym typeface="Wingdings" panose="05000000000000000000" pitchFamily="2" charset="2"/>
              </a:rPr>
              <a:t>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  <a:sym typeface="Wingdings" panose="05000000000000000000" pitchFamily="2" charset="2"/>
              </a:rPr>
              <a:t>mengandung</a:t>
            </a:r>
            <a:r>
              <a:rPr lang="en-ID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  <a:sym typeface="Wingdings" panose="05000000000000000000" pitchFamily="2" charset="2"/>
              </a:rPr>
              <a:t> 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  <a:sym typeface="Wingdings" panose="05000000000000000000" pitchFamily="2" charset="2"/>
              </a:rPr>
              <a:t>kepastian</a:t>
            </a:r>
            <a:endParaRPr lang="en-ID" sz="2200" dirty="0">
              <a:latin typeface="Abadi" panose="020B0604020104020204" pitchFamily="34" charset="0"/>
              <a:ea typeface="Times New Roman" panose="02020603050405020304" pitchFamily="18" charset="0"/>
              <a:cs typeface="Aharoni" panose="02010803020104030203" pitchFamily="2" charset="-79"/>
              <a:sym typeface="Wingdings" panose="05000000000000000000" pitchFamily="2" charset="2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  <a:sym typeface="Wingdings" panose="05000000000000000000" pitchFamily="2" charset="2"/>
              </a:rPr>
              <a:t>Fuzzy logic </a:t>
            </a:r>
            <a:r>
              <a:rPr lang="en-ID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  <a:sym typeface="Wingdings" panose="05000000000000000000" pitchFamily="2" charset="2"/>
              </a:rPr>
              <a:t>Ketid</a:t>
            </a:r>
            <a:r>
              <a:rPr lang="en-ID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  <a:sym typeface="Wingdings" panose="05000000000000000000" pitchFamily="2" charset="2"/>
              </a:rPr>
              <a:t>akpastian</a:t>
            </a:r>
            <a:endParaRPr lang="en-ID" sz="2200" dirty="0">
              <a:effectLst/>
              <a:latin typeface="Abadi" panose="020B0604020104020204" pitchFamily="34" charset="0"/>
              <a:ea typeface="Times New Roman" panose="02020603050405020304" pitchFamily="18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81300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B26AA7-5ED7-EA9A-61C5-6CB771F687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Lanj</a:t>
            </a:r>
            <a:r>
              <a:rPr lang="en-US" dirty="0"/>
              <a:t>. Reasoning</a:t>
            </a:r>
            <a:endParaRPr lang="en-ID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C60293-B401-877E-AB68-4B2EC27B61A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32B47E-8818-9567-2ECA-3FB1890E460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9D5D33-8DD7-06F9-8BB7-4AB1F0A133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50" y="1555326"/>
            <a:ext cx="9477350" cy="47184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5611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A3C6EF-D3C7-4F09-A55B-AD26C2D7FB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Learning</a:t>
            </a:r>
            <a:endParaRPr lang="en-ID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7CF3D1-93AC-4AC8-B7A8-51234E963A19}"/>
              </a:ext>
            </a:extLst>
          </p:cNvPr>
          <p:cNvSpPr txBox="1"/>
          <p:nvPr/>
        </p:nvSpPr>
        <p:spPr>
          <a:xfrm>
            <a:off x="1057137" y="1496943"/>
            <a:ext cx="1007772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Learning: </a:t>
            </a: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Kemampuan</a:t>
            </a: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AI </a:t>
            </a: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untuk</a:t>
            </a: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belajar</a:t>
            </a: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dari</a:t>
            </a: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pengetahuan</a:t>
            </a: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(</a:t>
            </a: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fakta</a:t>
            </a: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, data, </a:t>
            </a: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informasi</a:t>
            </a: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) yang </a:t>
            </a: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telah</a:t>
            </a: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terjadi</a:t>
            </a: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sebelumnya</a:t>
            </a: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untuk</a:t>
            </a: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menyelesaikan</a:t>
            </a: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suatu</a:t>
            </a: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permasalahan</a:t>
            </a: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baru</a:t>
            </a: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A</a:t>
            </a:r>
            <a:r>
              <a:rPr lang="en-US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lgoritma</a:t>
            </a:r>
            <a:r>
              <a:rPr lang="en-US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statistical learning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Naïve Bayesian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Regresi</a:t>
            </a:r>
            <a:r>
              <a:rPr lang="en-US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linier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Decision Tree Learning (Optional)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ID3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200" dirty="0" err="1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pengantar</a:t>
            </a:r>
            <a:r>
              <a:rPr lang="en-US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artificial neural network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200" dirty="0" err="1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Konsep</a:t>
            </a:r>
            <a:r>
              <a:rPr lang="en-US" sz="2200" dirty="0"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ANN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200" dirty="0">
                <a:effectLst/>
                <a:latin typeface="Abadi" panose="020B06040201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MLP</a:t>
            </a:r>
          </a:p>
        </p:txBody>
      </p:sp>
    </p:spTree>
    <p:extLst>
      <p:ext uri="{BB962C8B-B14F-4D97-AF65-F5344CB8AC3E}">
        <p14:creationId xmlns:p14="http://schemas.microsoft.com/office/powerpoint/2010/main" val="3523322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7EFD42-7557-87FE-67E9-5B7888892E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Lanj</a:t>
            </a:r>
            <a:r>
              <a:rPr lang="en-US" dirty="0"/>
              <a:t>. Learning</a:t>
            </a:r>
            <a:endParaRPr lang="en-ID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0B12BC-8FEB-6037-E943-8046883AEBF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25F3FF-62CE-8212-6088-5F77B351F0C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3E1D03-EB23-A20D-B1AE-213E23073A5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ACA914-9AA8-9513-0103-BB814B0C5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96" y="1900237"/>
            <a:ext cx="974407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266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A3C6EF-D3C7-4F09-A55B-AD26C2D7FB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Referensi</a:t>
            </a:r>
            <a:endParaRPr lang="en-ID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7CF3D1-93AC-4AC8-B7A8-51234E963A19}"/>
              </a:ext>
            </a:extLst>
          </p:cNvPr>
          <p:cNvSpPr txBox="1"/>
          <p:nvPr/>
        </p:nvSpPr>
        <p:spPr>
          <a:xfrm>
            <a:off x="1451113" y="1446143"/>
            <a:ext cx="9680712" cy="374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haroni" panose="02010803020104030203" pitchFamily="2" charset="-79"/>
              </a:rPr>
              <a:t>Artificial Intelligence: A Modern Approach, Third Edition, Stuart J. Russell and Peter </a:t>
            </a:r>
            <a:r>
              <a:rPr lang="en-US" sz="2000" dirty="0" err="1">
                <a:effectLst/>
                <a:latin typeface="+mj-lt"/>
                <a:ea typeface="Times New Roman" panose="02020603050405020304" pitchFamily="18" charset="0"/>
                <a:cs typeface="Aharoni" panose="02010803020104030203" pitchFamily="2" charset="-79"/>
              </a:rPr>
              <a:t>Norvig</a:t>
            </a: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haroni" panose="02010803020104030203" pitchFamily="2" charset="-79"/>
              </a:rPr>
              <a:t>, Prentice Hall, 2010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haroni" panose="02010803020104030203" pitchFamily="2" charset="-79"/>
              </a:rPr>
              <a:t>Artificial Intelligence: With An Introduction To Machine Learning, Second Edition, Richard E. Neapolitan And Xia Jiang, CRC Press, 2018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haroni" panose="02010803020104030203" pitchFamily="2" charset="-79"/>
              </a:rPr>
              <a:t>Causality: Models, Reasoning and Inference, Second Edition, Judea Pearl, Cambridge University Press, 2009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haroni" panose="02010803020104030203" pitchFamily="2" charset="-79"/>
              </a:rPr>
              <a:t>Artificial Intelligence For Dummies, John Paul Mueller and Luca </a:t>
            </a:r>
            <a:r>
              <a:rPr lang="en-US" sz="2000" dirty="0" err="1">
                <a:effectLst/>
                <a:latin typeface="+mj-lt"/>
                <a:ea typeface="Times New Roman" panose="02020603050405020304" pitchFamily="18" charset="0"/>
                <a:cs typeface="Aharoni" panose="02010803020104030203" pitchFamily="2" charset="-79"/>
              </a:rPr>
              <a:t>Massaron</a:t>
            </a: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haroni" panose="02010803020104030203" pitchFamily="2" charset="-79"/>
              </a:rPr>
              <a:t>, John Wiley &amp; Sons, Inc, 2018</a:t>
            </a:r>
          </a:p>
        </p:txBody>
      </p:sp>
    </p:spTree>
    <p:extLst>
      <p:ext uri="{BB962C8B-B14F-4D97-AF65-F5344CB8AC3E}">
        <p14:creationId xmlns:p14="http://schemas.microsoft.com/office/powerpoint/2010/main" val="3247025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A3C6EF-D3C7-4F09-A55B-AD26C2D7FB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Referensi</a:t>
            </a:r>
            <a:endParaRPr lang="en-ID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7CF3D1-93AC-4AC8-B7A8-51234E963A19}"/>
              </a:ext>
            </a:extLst>
          </p:cNvPr>
          <p:cNvSpPr txBox="1"/>
          <p:nvPr/>
        </p:nvSpPr>
        <p:spPr>
          <a:xfrm>
            <a:off x="1451113" y="1528480"/>
            <a:ext cx="9680712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haroni" panose="02010803020104030203" pitchFamily="2" charset="-79"/>
              </a:rPr>
              <a:t>Artificial Intelligence: A Guide to Intelligent Systems, Second Edition, Michael </a:t>
            </a:r>
            <a:r>
              <a:rPr lang="en-US" sz="2000" dirty="0" err="1">
                <a:effectLst/>
                <a:latin typeface="+mj-lt"/>
                <a:ea typeface="Times New Roman" panose="02020603050405020304" pitchFamily="18" charset="0"/>
                <a:cs typeface="Aharoni" panose="02010803020104030203" pitchFamily="2" charset="-79"/>
              </a:rPr>
              <a:t>Negnevitsky</a:t>
            </a: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haroni" panose="02010803020104030203" pitchFamily="2" charset="-79"/>
              </a:rPr>
              <a:t>, Pearson Education Limited. 2002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haroni" panose="02010803020104030203" pitchFamily="2" charset="-79"/>
              </a:rPr>
              <a:t>Artificial Intelligence : Search, Reasoning, Planning and Learning, </a:t>
            </a:r>
            <a:r>
              <a:rPr lang="en-US" sz="2000" dirty="0" err="1">
                <a:effectLst/>
                <a:latin typeface="+mj-lt"/>
                <a:ea typeface="Times New Roman" panose="02020603050405020304" pitchFamily="18" charset="0"/>
                <a:cs typeface="Aharoni" panose="02010803020104030203" pitchFamily="2" charset="-79"/>
              </a:rPr>
              <a:t>Suyatono</a:t>
            </a: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haroni" panose="02010803020104030203" pitchFamily="2" charset="-79"/>
              </a:rPr>
              <a:t>, </a:t>
            </a:r>
            <a:r>
              <a:rPr lang="en-US" sz="2000" dirty="0" err="1">
                <a:effectLst/>
                <a:latin typeface="+mj-lt"/>
                <a:ea typeface="Times New Roman" panose="02020603050405020304" pitchFamily="18" charset="0"/>
                <a:cs typeface="Aharoni" panose="02010803020104030203" pitchFamily="2" charset="-79"/>
              </a:rPr>
              <a:t>Informatika</a:t>
            </a: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haroni" panose="02010803020104030203" pitchFamily="2" charset="-79"/>
              </a:rPr>
              <a:t>, Bandung. 2007</a:t>
            </a:r>
          </a:p>
        </p:txBody>
      </p:sp>
    </p:spTree>
    <p:extLst>
      <p:ext uri="{BB962C8B-B14F-4D97-AF65-F5344CB8AC3E}">
        <p14:creationId xmlns:p14="http://schemas.microsoft.com/office/powerpoint/2010/main" val="3316763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A3C6EF-D3C7-4F09-A55B-AD26C2D7FB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Referensi</a:t>
            </a:r>
            <a:endParaRPr lang="en-ID" dirty="0"/>
          </a:p>
        </p:txBody>
      </p:sp>
      <p:pic>
        <p:nvPicPr>
          <p:cNvPr id="5" name="Picture 4" descr="http://mrelusive.com/books/ai/Artificial%20Intelligence.jpg">
            <a:extLst>
              <a:ext uri="{FF2B5EF4-FFF2-40B4-BE49-F238E27FC236}">
                <a16:creationId xmlns:a16="http://schemas.microsoft.com/office/drawing/2014/main" id="{316514C7-6C35-460B-AAF2-EF2EE3923BE8}"/>
              </a:ext>
            </a:extLst>
          </p:cNvPr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3378" y="2303014"/>
            <a:ext cx="1870322" cy="2554736"/>
          </a:xfrm>
          <a:prstGeom prst="rect">
            <a:avLst/>
          </a:prstGeom>
          <a:noFill/>
        </p:spPr>
      </p:pic>
      <p:pic>
        <p:nvPicPr>
          <p:cNvPr id="6" name="Picture 2" descr="D:\00 Suyanto\staf_web_SUO\all files\EC cover depan.jpg">
            <a:extLst>
              <a:ext uri="{FF2B5EF4-FFF2-40B4-BE49-F238E27FC236}">
                <a16:creationId xmlns:a16="http://schemas.microsoft.com/office/drawing/2014/main" id="{7B0889C8-AF07-46AB-AB84-E21DA3017503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26400" y="2303014"/>
            <a:ext cx="1870322" cy="2554736"/>
          </a:xfrm>
          <a:prstGeom prst="rect">
            <a:avLst/>
          </a:prstGeom>
          <a:noFill/>
        </p:spPr>
      </p:pic>
      <p:pic>
        <p:nvPicPr>
          <p:cNvPr id="7" name="Picture 2" descr="D:\00 Suyanto\staf_web_SUO\all files\SC cover depan.jpg">
            <a:extLst>
              <a:ext uri="{FF2B5EF4-FFF2-40B4-BE49-F238E27FC236}">
                <a16:creationId xmlns:a16="http://schemas.microsoft.com/office/drawing/2014/main" id="{7911CC02-17E4-4F74-859E-897B11CB0AF6}"/>
              </a:ext>
            </a:extLst>
          </p:cNvPr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89422" y="2303014"/>
            <a:ext cx="1790700" cy="2554736"/>
          </a:xfrm>
          <a:prstGeom prst="rect">
            <a:avLst/>
          </a:prstGeom>
          <a:noFill/>
        </p:spPr>
      </p:pic>
      <p:pic>
        <p:nvPicPr>
          <p:cNvPr id="10" name="Picture 10" descr="http://hobbylobby.files.wordpress.com/2007/11/kurzweilspiritualmachines.jpg">
            <a:extLst>
              <a:ext uri="{FF2B5EF4-FFF2-40B4-BE49-F238E27FC236}">
                <a16:creationId xmlns:a16="http://schemas.microsoft.com/office/drawing/2014/main" id="{27B5553B-CB24-4306-9B76-DA2D4BDAB63F}"/>
              </a:ext>
            </a:extLst>
          </p:cNvPr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73474" y="2303014"/>
            <a:ext cx="1870576" cy="2554736"/>
          </a:xfrm>
          <a:prstGeom prst="rect">
            <a:avLst/>
          </a:prstGeom>
          <a:noFill/>
        </p:spPr>
      </p:pic>
      <p:pic>
        <p:nvPicPr>
          <p:cNvPr id="11" name="Picture 13">
            <a:extLst>
              <a:ext uri="{FF2B5EF4-FFF2-40B4-BE49-F238E27FC236}">
                <a16:creationId xmlns:a16="http://schemas.microsoft.com/office/drawing/2014/main" id="{ED59CE59-C573-4489-8B77-730F990F9B13}"/>
              </a:ext>
            </a:extLst>
          </p:cNvPr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639300" y="2369689"/>
            <a:ext cx="2047875" cy="2488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9720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05ADD20-7D8E-4E79-BB0F-0380532C43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Penilaian</a:t>
            </a:r>
            <a:endParaRPr lang="en-ID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D8235DE-FA69-4FDA-A205-E919FC79ED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862484" y="2680717"/>
            <a:ext cx="8259416" cy="3097783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D" sz="2800" dirty="0" err="1">
                <a:latin typeface="Abadi" panose="020B0604020104020204" pitchFamily="34" charset="0"/>
              </a:rPr>
              <a:t>Studi</a:t>
            </a:r>
            <a:r>
              <a:rPr lang="en-ID" sz="2800" dirty="0">
                <a:latin typeface="Abadi" panose="020B0604020104020204" pitchFamily="34" charset="0"/>
              </a:rPr>
              <a:t> </a:t>
            </a:r>
            <a:r>
              <a:rPr lang="en-ID" sz="2800" dirty="0" err="1">
                <a:latin typeface="Abadi" panose="020B0604020104020204" pitchFamily="34" charset="0"/>
              </a:rPr>
              <a:t>kasus</a:t>
            </a:r>
            <a:r>
              <a:rPr lang="en-ID" sz="2800" dirty="0">
                <a:latin typeface="Abadi" panose="020B0604020104020204" pitchFamily="34" charset="0"/>
              </a:rPr>
              <a:t> : 30%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D" sz="2800" dirty="0" err="1">
                <a:latin typeface="Abadi" panose="020B0604020104020204" pitchFamily="34" charset="0"/>
              </a:rPr>
              <a:t>Tugas</a:t>
            </a:r>
            <a:r>
              <a:rPr lang="en-ID" sz="2800" dirty="0">
                <a:latin typeface="Abadi" panose="020B0604020104020204" pitchFamily="34" charset="0"/>
              </a:rPr>
              <a:t> </a:t>
            </a:r>
            <a:r>
              <a:rPr lang="en-ID" sz="2800" dirty="0" err="1">
                <a:latin typeface="Abadi" panose="020B0604020104020204" pitchFamily="34" charset="0"/>
              </a:rPr>
              <a:t>projek</a:t>
            </a:r>
            <a:r>
              <a:rPr lang="en-ID" sz="2800" dirty="0">
                <a:latin typeface="Abadi" panose="020B0604020104020204" pitchFamily="34" charset="0"/>
              </a:rPr>
              <a:t> </a:t>
            </a:r>
            <a:r>
              <a:rPr lang="en-ID" sz="2800" dirty="0" err="1">
                <a:latin typeface="Abadi" panose="020B0604020104020204" pitchFamily="34" charset="0"/>
              </a:rPr>
              <a:t>akhir</a:t>
            </a:r>
            <a:r>
              <a:rPr lang="en-ID" sz="2800" dirty="0">
                <a:latin typeface="Abadi" panose="020B0604020104020204" pitchFamily="34" charset="0"/>
              </a:rPr>
              <a:t> </a:t>
            </a:r>
          </a:p>
          <a:p>
            <a:pPr marL="971550" lvl="1" indent="-285750"/>
            <a:r>
              <a:rPr lang="en-ID" sz="2800" dirty="0" err="1">
                <a:solidFill>
                  <a:schemeClr val="bg1"/>
                </a:solidFill>
                <a:latin typeface="Abadi" panose="020B0604020104020204" pitchFamily="34" charset="0"/>
              </a:rPr>
              <a:t>Projek</a:t>
            </a:r>
            <a:r>
              <a:rPr lang="en-ID" sz="2800" dirty="0">
                <a:solidFill>
                  <a:schemeClr val="bg1"/>
                </a:solidFill>
                <a:latin typeface="Abadi" panose="020B0604020104020204" pitchFamily="34" charset="0"/>
              </a:rPr>
              <a:t> : 60%,</a:t>
            </a:r>
          </a:p>
          <a:p>
            <a:pPr marL="971550" lvl="1" indent="-285750"/>
            <a:r>
              <a:rPr lang="en-ID" sz="2800" dirty="0" err="1">
                <a:solidFill>
                  <a:schemeClr val="bg1"/>
                </a:solidFill>
                <a:latin typeface="Abadi" panose="020B0604020104020204" pitchFamily="34" charset="0"/>
              </a:rPr>
              <a:t>Presentasi</a:t>
            </a:r>
            <a:r>
              <a:rPr lang="en-ID" sz="2800" dirty="0">
                <a:solidFill>
                  <a:schemeClr val="bg1"/>
                </a:solidFill>
                <a:latin typeface="Abadi" panose="020B0604020104020204" pitchFamily="34" charset="0"/>
              </a:rPr>
              <a:t> : 10%</a:t>
            </a:r>
            <a:endParaRPr lang="en-ID" sz="2800" dirty="0">
              <a:latin typeface="Abadi" panose="020B0604020104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D" sz="2800" dirty="0" err="1">
                <a:latin typeface="Abadi" panose="020B0604020104020204" pitchFamily="34" charset="0"/>
              </a:rPr>
              <a:t>Kehadiran</a:t>
            </a:r>
            <a:r>
              <a:rPr lang="en-ID" sz="2800" dirty="0">
                <a:latin typeface="Abadi" panose="020B0604020104020204" pitchFamily="34" charset="0"/>
              </a:rPr>
              <a:t> minimal 75% </a:t>
            </a:r>
            <a:r>
              <a:rPr lang="en-ID" sz="2800" dirty="0" err="1">
                <a:latin typeface="Abadi" panose="020B0604020104020204" pitchFamily="34" charset="0"/>
              </a:rPr>
              <a:t>dari</a:t>
            </a:r>
            <a:r>
              <a:rPr lang="en-ID" sz="2800" dirty="0">
                <a:latin typeface="Abadi" panose="020B0604020104020204" pitchFamily="34" charset="0"/>
              </a:rPr>
              <a:t> </a:t>
            </a:r>
            <a:r>
              <a:rPr lang="en-ID" sz="2800" dirty="0" err="1">
                <a:latin typeface="Abadi" panose="020B0604020104020204" pitchFamily="34" charset="0"/>
              </a:rPr>
              <a:t>jumlah</a:t>
            </a:r>
            <a:r>
              <a:rPr lang="en-ID" sz="2800" dirty="0">
                <a:latin typeface="Abadi" panose="020B0604020104020204" pitchFamily="34" charset="0"/>
              </a:rPr>
              <a:t> </a:t>
            </a:r>
            <a:r>
              <a:rPr lang="en-ID" sz="2800" dirty="0" err="1">
                <a:latin typeface="Abadi" panose="020B0604020104020204" pitchFamily="34" charset="0"/>
              </a:rPr>
              <a:t>pertemuan</a:t>
            </a:r>
            <a:endParaRPr lang="en-ID" sz="2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454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2E31E81-D323-43A5-A2D8-E4BA2062F1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Selanjutnya</a:t>
            </a:r>
            <a:endParaRPr lang="en-ID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C9545F0-8627-4807-A538-7905346C35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509AF2E-5C55-4B49-A537-3F8D4FD9E1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257BE4A-D1F8-49C2-80CA-EE55878857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DDB1D5B-882F-4A4C-ACE7-9723DAEEBE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EB05A50-0543-44DB-AEF4-A74F284BEF3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44940F5-8739-48BD-A22F-7ED32EBB18A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0474EF0-086A-48D5-9F4F-6FE5D2381CC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CAC4C2A-AA45-4C82-A827-43E36330A9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4613268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Blue">
      <a:dk1>
        <a:srgbClr val="191919"/>
      </a:dk1>
      <a:lt1>
        <a:srgbClr val="F5F5F5"/>
      </a:lt1>
      <a:dk2>
        <a:srgbClr val="006EA7"/>
      </a:dk2>
      <a:lt2>
        <a:srgbClr val="59B4E2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pecial Font">
      <a:majorFont>
        <a:latin typeface="Comfortaa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lients">
  <a:themeElements>
    <a:clrScheme name="Blue">
      <a:dk1>
        <a:srgbClr val="191919"/>
      </a:dk1>
      <a:lt1>
        <a:srgbClr val="F5F5F5"/>
      </a:lt1>
      <a:dk2>
        <a:srgbClr val="006EA7"/>
      </a:dk2>
      <a:lt2>
        <a:srgbClr val="59B4E2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0">
      <a:majorFont>
        <a:latin typeface="Abadi"/>
        <a:ea typeface=""/>
        <a:cs typeface=""/>
      </a:majorFont>
      <a:minorFont>
        <a:latin typeface="Abad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tory">
  <a:themeElements>
    <a:clrScheme name="Blue">
      <a:dk1>
        <a:srgbClr val="191919"/>
      </a:dk1>
      <a:lt1>
        <a:srgbClr val="F5F5F5"/>
      </a:lt1>
      <a:dk2>
        <a:srgbClr val="006EA7"/>
      </a:dk2>
      <a:lt2>
        <a:srgbClr val="59B4E2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0">
      <a:majorFont>
        <a:latin typeface="Abadi"/>
        <a:ea typeface=""/>
        <a:cs typeface=""/>
      </a:majorFont>
      <a:minorFont>
        <a:latin typeface="Abad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losing">
  <a:themeElements>
    <a:clrScheme name="Blue">
      <a:dk1>
        <a:srgbClr val="191919"/>
      </a:dk1>
      <a:lt1>
        <a:srgbClr val="F5F5F5"/>
      </a:lt1>
      <a:dk2>
        <a:srgbClr val="006EA7"/>
      </a:dk2>
      <a:lt2>
        <a:srgbClr val="59B4E2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0">
      <a:majorFont>
        <a:latin typeface="Abadi"/>
        <a:ea typeface=""/>
        <a:cs typeface=""/>
      </a:majorFont>
      <a:minorFont>
        <a:latin typeface="Abad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0">
      <a:majorFont>
        <a:latin typeface="Abadi"/>
        <a:ea typeface=""/>
        <a:cs typeface=""/>
      </a:majorFont>
      <a:minorFont>
        <a:latin typeface="Abad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2500</TotalTime>
  <Words>622</Words>
  <Application>Microsoft Office PowerPoint</Application>
  <PresentationFormat>Widescreen</PresentationFormat>
  <Paragraphs>70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Abadi</vt:lpstr>
      <vt:lpstr>Arial</vt:lpstr>
      <vt:lpstr>Comfortaa</vt:lpstr>
      <vt:lpstr>Open Sans</vt:lpstr>
      <vt:lpstr>Wingdings</vt:lpstr>
      <vt:lpstr>Title</vt:lpstr>
      <vt:lpstr>Clients</vt:lpstr>
      <vt:lpstr>Story</vt:lpstr>
      <vt:lpstr>Closing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Raditya Febrian</dc:creator>
  <cp:lastModifiedBy>wiharto</cp:lastModifiedBy>
  <cp:revision>160</cp:revision>
  <dcterms:created xsi:type="dcterms:W3CDTF">2018-12-24T07:51:42Z</dcterms:created>
  <dcterms:modified xsi:type="dcterms:W3CDTF">2025-02-21T01:07:05Z</dcterms:modified>
</cp:coreProperties>
</file>